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Cardo" charset="1" panose="02020600000000000000"/>
      <p:regular r:id="rId7"/>
    </p:embeddedFont>
    <p:embeddedFont>
      <p:font typeface="Cinzel Bold" charset="1" panose="00000800000000000000"/>
      <p:regular r:id="rId8"/>
    </p:embeddedFont>
    <p:embeddedFont>
      <p:font typeface="Amsterdam One" charset="1" panose="02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AE3">
                <a:alpha val="100000"/>
              </a:srgbClr>
            </a:gs>
            <a:gs pos="100000">
              <a:srgbClr val="FFF7D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15061" y="6429375"/>
            <a:ext cx="9150628" cy="7869540"/>
          </a:xfrm>
          <a:custGeom>
            <a:avLst/>
            <a:gdLst/>
            <a:ahLst/>
            <a:cxnLst/>
            <a:rect r="r" b="b" t="t" l="l"/>
            <a:pathLst>
              <a:path h="7869540" w="9150628">
                <a:moveTo>
                  <a:pt x="0" y="0"/>
                </a:moveTo>
                <a:lnTo>
                  <a:pt x="9150628" y="0"/>
                </a:lnTo>
                <a:lnTo>
                  <a:pt x="9150628" y="7869540"/>
                </a:lnTo>
                <a:lnTo>
                  <a:pt x="0" y="7869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4483" y="4691794"/>
            <a:ext cx="7759873" cy="6673491"/>
          </a:xfrm>
          <a:custGeom>
            <a:avLst/>
            <a:gdLst/>
            <a:ahLst/>
            <a:cxnLst/>
            <a:rect r="r" b="b" t="t" l="l"/>
            <a:pathLst>
              <a:path h="6673491" w="7759873">
                <a:moveTo>
                  <a:pt x="0" y="0"/>
                </a:moveTo>
                <a:lnTo>
                  <a:pt x="7759873" y="0"/>
                </a:lnTo>
                <a:lnTo>
                  <a:pt x="7759873" y="6673491"/>
                </a:lnTo>
                <a:lnTo>
                  <a:pt x="0" y="66734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3569164" y="8551910"/>
            <a:ext cx="7759873" cy="6673491"/>
          </a:xfrm>
          <a:custGeom>
            <a:avLst/>
            <a:gdLst/>
            <a:ahLst/>
            <a:cxnLst/>
            <a:rect r="r" b="b" t="t" l="l"/>
            <a:pathLst>
              <a:path h="6673491" w="7759873">
                <a:moveTo>
                  <a:pt x="7759873" y="0"/>
                </a:moveTo>
                <a:lnTo>
                  <a:pt x="0" y="0"/>
                </a:lnTo>
                <a:lnTo>
                  <a:pt x="0" y="6673491"/>
                </a:lnTo>
                <a:lnTo>
                  <a:pt x="7759873" y="6673491"/>
                </a:lnTo>
                <a:lnTo>
                  <a:pt x="775987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39433" y="6692177"/>
            <a:ext cx="6808133" cy="8832173"/>
          </a:xfrm>
          <a:custGeom>
            <a:avLst/>
            <a:gdLst/>
            <a:ahLst/>
            <a:cxnLst/>
            <a:rect r="r" b="b" t="t" l="l"/>
            <a:pathLst>
              <a:path h="8832173" w="6808133">
                <a:moveTo>
                  <a:pt x="0" y="0"/>
                </a:moveTo>
                <a:lnTo>
                  <a:pt x="6808134" y="0"/>
                </a:lnTo>
                <a:lnTo>
                  <a:pt x="6808134" y="8832173"/>
                </a:lnTo>
                <a:lnTo>
                  <a:pt x="0" y="8832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54419" y="10955582"/>
            <a:ext cx="1902575" cy="2296871"/>
          </a:xfrm>
          <a:custGeom>
            <a:avLst/>
            <a:gdLst/>
            <a:ahLst/>
            <a:cxnLst/>
            <a:rect r="r" b="b" t="t" l="l"/>
            <a:pathLst>
              <a:path h="2296871" w="1902575">
                <a:moveTo>
                  <a:pt x="0" y="0"/>
                </a:moveTo>
                <a:lnTo>
                  <a:pt x="1902575" y="0"/>
                </a:lnTo>
                <a:lnTo>
                  <a:pt x="1902575" y="2296872"/>
                </a:lnTo>
                <a:lnTo>
                  <a:pt x="0" y="2296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404104" y="8644531"/>
            <a:ext cx="2865608" cy="3459486"/>
          </a:xfrm>
          <a:custGeom>
            <a:avLst/>
            <a:gdLst/>
            <a:ahLst/>
            <a:cxnLst/>
            <a:rect r="r" b="b" t="t" l="l"/>
            <a:pathLst>
              <a:path h="3459486" w="2865608">
                <a:moveTo>
                  <a:pt x="2865608" y="0"/>
                </a:moveTo>
                <a:lnTo>
                  <a:pt x="0" y="0"/>
                </a:lnTo>
                <a:lnTo>
                  <a:pt x="0" y="3459487"/>
                </a:lnTo>
                <a:lnTo>
                  <a:pt x="2865608" y="3459487"/>
                </a:lnTo>
                <a:lnTo>
                  <a:pt x="28656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40655" y="5419557"/>
            <a:ext cx="1662610" cy="1662610"/>
          </a:xfrm>
          <a:custGeom>
            <a:avLst/>
            <a:gdLst/>
            <a:ahLst/>
            <a:cxnLst/>
            <a:rect r="r" b="b" t="t" l="l"/>
            <a:pathLst>
              <a:path h="1662610" w="1662610">
                <a:moveTo>
                  <a:pt x="0" y="0"/>
                </a:moveTo>
                <a:lnTo>
                  <a:pt x="1662610" y="0"/>
                </a:lnTo>
                <a:lnTo>
                  <a:pt x="1662610" y="1662610"/>
                </a:lnTo>
                <a:lnTo>
                  <a:pt x="0" y="1662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57681" y="2961598"/>
            <a:ext cx="2036360" cy="2036360"/>
          </a:xfrm>
          <a:custGeom>
            <a:avLst/>
            <a:gdLst/>
            <a:ahLst/>
            <a:cxnLst/>
            <a:rect r="r" b="b" t="t" l="l"/>
            <a:pathLst>
              <a:path h="2036360" w="2036360">
                <a:moveTo>
                  <a:pt x="0" y="0"/>
                </a:moveTo>
                <a:lnTo>
                  <a:pt x="2036360" y="0"/>
                </a:lnTo>
                <a:lnTo>
                  <a:pt x="2036360" y="2036360"/>
                </a:lnTo>
                <a:lnTo>
                  <a:pt x="0" y="2036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01574" y="7543750"/>
            <a:ext cx="1574287" cy="1574287"/>
          </a:xfrm>
          <a:custGeom>
            <a:avLst/>
            <a:gdLst/>
            <a:ahLst/>
            <a:cxnLst/>
            <a:rect r="r" b="b" t="t" l="l"/>
            <a:pathLst>
              <a:path h="1574287" w="1574287">
                <a:moveTo>
                  <a:pt x="0" y="0"/>
                </a:moveTo>
                <a:lnTo>
                  <a:pt x="1574287" y="0"/>
                </a:lnTo>
                <a:lnTo>
                  <a:pt x="1574287" y="1574287"/>
                </a:lnTo>
                <a:lnTo>
                  <a:pt x="0" y="1574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5207" y="10374275"/>
            <a:ext cx="991010" cy="991010"/>
          </a:xfrm>
          <a:custGeom>
            <a:avLst/>
            <a:gdLst/>
            <a:ahLst/>
            <a:cxnLst/>
            <a:rect r="r" b="b" t="t" l="l"/>
            <a:pathLst>
              <a:path h="991010" w="991010">
                <a:moveTo>
                  <a:pt x="0" y="0"/>
                </a:moveTo>
                <a:lnTo>
                  <a:pt x="991011" y="0"/>
                </a:lnTo>
                <a:lnTo>
                  <a:pt x="991011" y="991010"/>
                </a:lnTo>
                <a:lnTo>
                  <a:pt x="0" y="991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716529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02003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97393" y="638686"/>
            <a:ext cx="1292215" cy="780028"/>
          </a:xfrm>
          <a:custGeom>
            <a:avLst/>
            <a:gdLst/>
            <a:ahLst/>
            <a:cxnLst/>
            <a:rect r="r" b="b" t="t" l="l"/>
            <a:pathLst>
              <a:path h="780028" w="1292215">
                <a:moveTo>
                  <a:pt x="0" y="0"/>
                </a:moveTo>
                <a:lnTo>
                  <a:pt x="1292214" y="0"/>
                </a:lnTo>
                <a:lnTo>
                  <a:pt x="1292214" y="780028"/>
                </a:lnTo>
                <a:lnTo>
                  <a:pt x="0" y="7800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86044" y="5591175"/>
            <a:ext cx="591491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232C44"/>
                </a:solidFill>
                <a:latin typeface="Cardo"/>
                <a:ea typeface="Cardo"/>
                <a:cs typeface="Cardo"/>
                <a:sym typeface="Cardo"/>
              </a:rPr>
              <a:t>A season of new beginnings, gratitude, and togetherness.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55782"/>
            <a:ext cx="822960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b="true" sz="8000">
                <a:solidFill>
                  <a:srgbClr val="AD2222"/>
                </a:solidFill>
                <a:latin typeface="Cinzel Bold"/>
                <a:ea typeface="Cinzel Bold"/>
                <a:cs typeface="Cinzel Bold"/>
                <a:sym typeface="Cinzel Bold"/>
              </a:rPr>
              <a:t>MAKAR SANKRANTI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7134" y="1871710"/>
            <a:ext cx="4272733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AD2222"/>
                </a:solidFill>
                <a:latin typeface="Amsterdam One"/>
                <a:ea typeface="Amsterdam One"/>
                <a:cs typeface="Amsterdam One"/>
                <a:sym typeface="Amsterdam One"/>
              </a:rPr>
              <a:t>Celebr</a:t>
            </a:r>
            <a:r>
              <a:rPr lang="en-US" sz="5599">
                <a:solidFill>
                  <a:srgbClr val="AD2222"/>
                </a:solidFill>
                <a:latin typeface="Amsterdam One"/>
                <a:ea typeface="Amsterdam One"/>
                <a:cs typeface="Amsterdam One"/>
                <a:sym typeface="Amsterdam One"/>
              </a:rPr>
              <a:t>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DAHZLe7ANOE</dc:identifier>
  <dcterms:modified xsi:type="dcterms:W3CDTF">2011-08-01T06:04:30Z</dcterms:modified>
  <cp:revision>1</cp:revision>
  <dc:title>Red Yellow and Orange Illustrated Traditional Makar Sankranti Greetings Instagram Post</dc:title>
</cp:coreProperties>
</file>