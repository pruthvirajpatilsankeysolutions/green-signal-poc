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807700" cy="15240000"/>
  <p:notesSz cx="6858000" cy="9144000"/>
  <p:embeddedFontLst>
    <p:embeddedFont>
      <p:font typeface="TT Lakes Neue Expanded Bold" charset="1" panose="02010001040000080307"/>
      <p:regular r:id="rId7"/>
    </p:embeddedFont>
    <p:embeddedFont>
      <p:font typeface="TT Lakes Neue Expanded" charset="1" panose="02010001040000080307"/>
      <p:regular r:id="rId8"/>
    </p:embeddedFont>
    <p:embeddedFont>
      <p:font typeface="Brown Sugar" charset="1" panose="02000506000000020004"/>
      <p:regular r:id="rId9"/>
    </p:embeddedFont>
    <p:embeddedFont>
      <p:font typeface="Canva Sans Bold" charset="1" panose="020B0803030501040103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810875" cy="15240000"/>
          </a:xfrm>
          <a:custGeom>
            <a:avLst/>
            <a:gdLst/>
            <a:ahLst/>
            <a:cxnLst/>
            <a:rect r="r" b="b" t="t" l="l"/>
            <a:pathLst>
              <a:path h="15240000" w="10810875">
                <a:moveTo>
                  <a:pt x="0" y="0"/>
                </a:moveTo>
                <a:lnTo>
                  <a:pt x="10810875" y="0"/>
                </a:lnTo>
                <a:lnTo>
                  <a:pt x="10810875" y="15240000"/>
                </a:lnTo>
                <a:lnTo>
                  <a:pt x="0" y="1524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2495550" cy="4191000"/>
          </a:xfrm>
          <a:custGeom>
            <a:avLst/>
            <a:gdLst/>
            <a:ahLst/>
            <a:cxnLst/>
            <a:rect r="r" b="b" t="t" l="l"/>
            <a:pathLst>
              <a:path h="4191000" w="2495550">
                <a:moveTo>
                  <a:pt x="0" y="0"/>
                </a:moveTo>
                <a:lnTo>
                  <a:pt x="2495550" y="0"/>
                </a:lnTo>
                <a:lnTo>
                  <a:pt x="2495550" y="4191000"/>
                </a:lnTo>
                <a:lnTo>
                  <a:pt x="0" y="4191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315325" y="0"/>
            <a:ext cx="2495550" cy="4191000"/>
          </a:xfrm>
          <a:custGeom>
            <a:avLst/>
            <a:gdLst/>
            <a:ahLst/>
            <a:cxnLst/>
            <a:rect r="r" b="b" t="t" l="l"/>
            <a:pathLst>
              <a:path h="4191000" w="2495550">
                <a:moveTo>
                  <a:pt x="0" y="0"/>
                </a:moveTo>
                <a:lnTo>
                  <a:pt x="2495550" y="0"/>
                </a:lnTo>
                <a:lnTo>
                  <a:pt x="2495550" y="4191000"/>
                </a:lnTo>
                <a:lnTo>
                  <a:pt x="0" y="4191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38250" y="0"/>
            <a:ext cx="1257300" cy="2667000"/>
          </a:xfrm>
          <a:custGeom>
            <a:avLst/>
            <a:gdLst/>
            <a:ahLst/>
            <a:cxnLst/>
            <a:rect r="r" b="b" t="t" l="l"/>
            <a:pathLst>
              <a:path h="2667000" w="1257300">
                <a:moveTo>
                  <a:pt x="0" y="0"/>
                </a:moveTo>
                <a:lnTo>
                  <a:pt x="1257300" y="0"/>
                </a:lnTo>
                <a:lnTo>
                  <a:pt x="1257300" y="2667000"/>
                </a:lnTo>
                <a:lnTo>
                  <a:pt x="0" y="266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695575" y="0"/>
            <a:ext cx="1047750" cy="3429000"/>
          </a:xfrm>
          <a:custGeom>
            <a:avLst/>
            <a:gdLst/>
            <a:ahLst/>
            <a:cxnLst/>
            <a:rect r="r" b="b" t="t" l="l"/>
            <a:pathLst>
              <a:path h="3429000" w="1047750">
                <a:moveTo>
                  <a:pt x="0" y="0"/>
                </a:moveTo>
                <a:lnTo>
                  <a:pt x="1047750" y="0"/>
                </a:lnTo>
                <a:lnTo>
                  <a:pt x="104775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152900" y="0"/>
            <a:ext cx="1047750" cy="2667000"/>
          </a:xfrm>
          <a:custGeom>
            <a:avLst/>
            <a:gdLst/>
            <a:ahLst/>
            <a:cxnLst/>
            <a:rect r="r" b="b" t="t" l="l"/>
            <a:pathLst>
              <a:path h="2667000" w="1047750">
                <a:moveTo>
                  <a:pt x="0" y="0"/>
                </a:moveTo>
                <a:lnTo>
                  <a:pt x="1047750" y="0"/>
                </a:lnTo>
                <a:lnTo>
                  <a:pt x="1047750" y="2667000"/>
                </a:lnTo>
                <a:lnTo>
                  <a:pt x="0" y="26670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610225" y="0"/>
            <a:ext cx="1257300" cy="2667000"/>
          </a:xfrm>
          <a:custGeom>
            <a:avLst/>
            <a:gdLst/>
            <a:ahLst/>
            <a:cxnLst/>
            <a:rect r="r" b="b" t="t" l="l"/>
            <a:pathLst>
              <a:path h="2667000" w="1257300">
                <a:moveTo>
                  <a:pt x="0" y="0"/>
                </a:moveTo>
                <a:lnTo>
                  <a:pt x="1257300" y="0"/>
                </a:lnTo>
                <a:lnTo>
                  <a:pt x="1257300" y="2667000"/>
                </a:lnTo>
                <a:lnTo>
                  <a:pt x="0" y="26670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067550" y="0"/>
            <a:ext cx="1047750" cy="3429000"/>
          </a:xfrm>
          <a:custGeom>
            <a:avLst/>
            <a:gdLst/>
            <a:ahLst/>
            <a:cxnLst/>
            <a:rect r="r" b="b" t="t" l="l"/>
            <a:pathLst>
              <a:path h="3429000" w="1047750">
                <a:moveTo>
                  <a:pt x="0" y="0"/>
                </a:moveTo>
                <a:lnTo>
                  <a:pt x="1047750" y="0"/>
                </a:lnTo>
                <a:lnTo>
                  <a:pt x="104775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515350" y="0"/>
            <a:ext cx="1057275" cy="2667000"/>
          </a:xfrm>
          <a:custGeom>
            <a:avLst/>
            <a:gdLst/>
            <a:ahLst/>
            <a:cxnLst/>
            <a:rect r="r" b="b" t="t" l="l"/>
            <a:pathLst>
              <a:path h="2667000" w="1057275">
                <a:moveTo>
                  <a:pt x="0" y="0"/>
                </a:moveTo>
                <a:lnTo>
                  <a:pt x="1057275" y="0"/>
                </a:lnTo>
                <a:lnTo>
                  <a:pt x="1057275" y="2667000"/>
                </a:lnTo>
                <a:lnTo>
                  <a:pt x="0" y="26670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114675" y="3619500"/>
            <a:ext cx="838200" cy="1143000"/>
          </a:xfrm>
          <a:custGeom>
            <a:avLst/>
            <a:gdLst/>
            <a:ahLst/>
            <a:cxnLst/>
            <a:rect r="r" b="b" t="t" l="l"/>
            <a:pathLst>
              <a:path h="1143000" w="838200">
                <a:moveTo>
                  <a:pt x="0" y="0"/>
                </a:moveTo>
                <a:lnTo>
                  <a:pt x="838200" y="0"/>
                </a:lnTo>
                <a:lnTo>
                  <a:pt x="8382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066218" y="3877963"/>
            <a:ext cx="3608648" cy="629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0"/>
              </a:lnSpc>
            </a:pPr>
            <a:r>
              <a:rPr lang="en-US" sz="4890" b="true">
                <a:solidFill>
                  <a:srgbClr val="085974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SANKEY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133960" y="4481393"/>
            <a:ext cx="3766950" cy="250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9"/>
              </a:lnSpc>
            </a:pPr>
            <a:r>
              <a:rPr lang="en-US" sz="1989" spc="596">
                <a:solidFill>
                  <a:srgbClr val="085974"/>
                </a:solidFill>
                <a:latin typeface="TT Lakes Neue Expanded"/>
                <a:ea typeface="TT Lakes Neue Expanded"/>
                <a:cs typeface="TT Lakes Neue Expanded"/>
                <a:sym typeface="TT Lakes Neue Expanded"/>
              </a:rPr>
              <a:t>SOLUTIONS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8515350" y="4191000"/>
            <a:ext cx="2095500" cy="1905000"/>
          </a:xfrm>
          <a:custGeom>
            <a:avLst/>
            <a:gdLst/>
            <a:ahLst/>
            <a:cxnLst/>
            <a:rect r="r" b="b" t="t" l="l"/>
            <a:pathLst>
              <a:path h="1905000" w="2095500">
                <a:moveTo>
                  <a:pt x="0" y="0"/>
                </a:moveTo>
                <a:lnTo>
                  <a:pt x="2095500" y="0"/>
                </a:lnTo>
                <a:lnTo>
                  <a:pt x="2095500" y="1905000"/>
                </a:lnTo>
                <a:lnTo>
                  <a:pt x="0" y="19050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922819" y="5148781"/>
            <a:ext cx="4921447" cy="1710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43"/>
              </a:lnSpc>
            </a:pPr>
            <a:r>
              <a:rPr lang="en-US" sz="12843">
                <a:solidFill>
                  <a:srgbClr val="263A27"/>
                </a:solidFill>
                <a:latin typeface="Brown Sugar"/>
                <a:ea typeface="Brown Sugar"/>
                <a:cs typeface="Brown Sugar"/>
                <a:sym typeface="Brown Sugar"/>
              </a:rPr>
              <a:t>DIWALI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64459" y="7047757"/>
            <a:ext cx="8700529" cy="1330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25"/>
              </a:lnSpc>
            </a:pPr>
            <a:r>
              <a:rPr lang="en-US" sz="9925" spc="494">
                <a:solidFill>
                  <a:srgbClr val="263A27"/>
                </a:solidFill>
                <a:latin typeface="Brown Sugar"/>
                <a:ea typeface="Brown Sugar"/>
                <a:cs typeface="Brown Sugar"/>
                <a:sym typeface="Brown Sugar"/>
              </a:rPr>
              <a:t>CELEBRATION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0" y="8953500"/>
            <a:ext cx="1666875" cy="1714500"/>
          </a:xfrm>
          <a:custGeom>
            <a:avLst/>
            <a:gdLst/>
            <a:ahLst/>
            <a:cxnLst/>
            <a:rect r="r" b="b" t="t" l="l"/>
            <a:pathLst>
              <a:path h="1714500" w="1666875">
                <a:moveTo>
                  <a:pt x="0" y="0"/>
                </a:moveTo>
                <a:lnTo>
                  <a:pt x="1666875" y="0"/>
                </a:lnTo>
                <a:lnTo>
                  <a:pt x="166687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3234133" y="8595085"/>
            <a:ext cx="4298821" cy="488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6"/>
              </a:lnSpc>
            </a:pPr>
            <a:r>
              <a:rPr lang="en-US" sz="3706" b="true">
                <a:solidFill>
                  <a:srgbClr val="263A2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Registration Open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888391" y="9287135"/>
            <a:ext cx="4990305" cy="488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6"/>
              </a:lnSpc>
            </a:pPr>
            <a:r>
              <a:rPr lang="en-US" sz="3706" b="true">
                <a:solidFill>
                  <a:srgbClr val="263A2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For - </a:t>
            </a:r>
            <a:r>
              <a:rPr lang="en-US" sz="3706" b="true">
                <a:solidFill>
                  <a:srgbClr val="0948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PARTICIPATION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75028" y="10690380"/>
            <a:ext cx="8217029" cy="541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7"/>
              </a:lnSpc>
            </a:pPr>
            <a:r>
              <a:rPr lang="en-US" sz="4167" b="true">
                <a:solidFill>
                  <a:srgbClr val="0948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Event Dates- 2</a:t>
            </a:r>
            <a:r>
              <a:rPr lang="en-US" sz="4167" b="true">
                <a:solidFill>
                  <a:srgbClr val="0948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nd</a:t>
            </a:r>
            <a:r>
              <a:rPr lang="en-US" sz="4167" b="true">
                <a:solidFill>
                  <a:srgbClr val="0948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Nov to 5</a:t>
            </a:r>
            <a:r>
              <a:rPr lang="en-US" sz="4167" b="true">
                <a:solidFill>
                  <a:srgbClr val="0948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</a:t>
            </a:r>
            <a:r>
              <a:rPr lang="en-US" sz="4167" b="true">
                <a:solidFill>
                  <a:srgbClr val="0948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Nov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0" y="11049000"/>
            <a:ext cx="3952875" cy="4191000"/>
          </a:xfrm>
          <a:custGeom>
            <a:avLst/>
            <a:gdLst/>
            <a:ahLst/>
            <a:cxnLst/>
            <a:rect r="r" b="b" t="t" l="l"/>
            <a:pathLst>
              <a:path h="4191000" w="3952875">
                <a:moveTo>
                  <a:pt x="0" y="0"/>
                </a:moveTo>
                <a:lnTo>
                  <a:pt x="3952875" y="0"/>
                </a:lnTo>
                <a:lnTo>
                  <a:pt x="3952875" y="4191000"/>
                </a:lnTo>
                <a:lnTo>
                  <a:pt x="0" y="41910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3114675" y="12192000"/>
            <a:ext cx="4371975" cy="3048000"/>
          </a:xfrm>
          <a:custGeom>
            <a:avLst/>
            <a:gdLst/>
            <a:ahLst/>
            <a:cxnLst/>
            <a:rect r="r" b="b" t="t" l="l"/>
            <a:pathLst>
              <a:path h="3048000" w="4371975">
                <a:moveTo>
                  <a:pt x="0" y="0"/>
                </a:moveTo>
                <a:lnTo>
                  <a:pt x="4371975" y="0"/>
                </a:lnTo>
                <a:lnTo>
                  <a:pt x="4371975" y="3048000"/>
                </a:lnTo>
                <a:lnTo>
                  <a:pt x="0" y="30480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858000" y="11049000"/>
            <a:ext cx="3952875" cy="4191000"/>
          </a:xfrm>
          <a:custGeom>
            <a:avLst/>
            <a:gdLst/>
            <a:ahLst/>
            <a:cxnLst/>
            <a:rect r="r" b="b" t="t" l="l"/>
            <a:pathLst>
              <a:path h="4191000" w="3952875">
                <a:moveTo>
                  <a:pt x="0" y="0"/>
                </a:moveTo>
                <a:lnTo>
                  <a:pt x="3952875" y="0"/>
                </a:lnTo>
                <a:lnTo>
                  <a:pt x="3952875" y="4191000"/>
                </a:lnTo>
                <a:lnTo>
                  <a:pt x="0" y="41910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DAHZRN4snBI</dc:identifier>
  <dcterms:modified xsi:type="dcterms:W3CDTF">2011-08-01T06:04:30Z</dcterms:modified>
  <cp:revision>1</cp:revision>
</cp:coreProperties>
</file>