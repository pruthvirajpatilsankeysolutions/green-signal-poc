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0287000" cy="13716000"/>
  <p:notesSz cx="6858000" cy="9144000"/>
  <p:embeddedFontLst>
    <p:embeddedFont>
      <p:font typeface="Respondent Medium" charset="1" panose="00000000000000000000"/>
      <p:regular r:id="rId7"/>
    </p:embeddedFont>
    <p:embeddedFont>
      <p:font typeface="Kulachat Serif" charset="1" panose="00000000000000000000"/>
      <p:regular r:id="rId8"/>
    </p:embeddedFont>
    <p:embeddedFont>
      <p:font typeface="TAN Meringue" charset="1" panose="0000000000000000000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3716000"/>
          </a:xfrm>
          <a:custGeom>
            <a:avLst/>
            <a:gdLst/>
            <a:ahLst/>
            <a:cxnLst/>
            <a:rect r="r" b="b" t="t" l="l"/>
            <a:pathLst>
              <a:path h="13716000" w="10287000">
                <a:moveTo>
                  <a:pt x="0" y="0"/>
                </a:moveTo>
                <a:lnTo>
                  <a:pt x="10287000" y="0"/>
                </a:lnTo>
                <a:lnTo>
                  <a:pt x="10287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666" t="0" r="-16666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904961" y="9836512"/>
            <a:ext cx="8229600" cy="8312727"/>
          </a:xfrm>
          <a:custGeom>
            <a:avLst/>
            <a:gdLst/>
            <a:ahLst/>
            <a:cxnLst/>
            <a:rect r="r" b="b" t="t" l="l"/>
            <a:pathLst>
              <a:path h="8312727" w="8229600">
                <a:moveTo>
                  <a:pt x="0" y="0"/>
                </a:moveTo>
                <a:lnTo>
                  <a:pt x="8229600" y="0"/>
                </a:lnTo>
                <a:lnTo>
                  <a:pt x="8229600" y="8312727"/>
                </a:lnTo>
                <a:lnTo>
                  <a:pt x="0" y="83127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9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060542" y="6939916"/>
            <a:ext cx="8229600" cy="8440615"/>
          </a:xfrm>
          <a:custGeom>
            <a:avLst/>
            <a:gdLst/>
            <a:ahLst/>
            <a:cxnLst/>
            <a:rect r="r" b="b" t="t" l="l"/>
            <a:pathLst>
              <a:path h="8440615" w="8229600">
                <a:moveTo>
                  <a:pt x="0" y="0"/>
                </a:moveTo>
                <a:lnTo>
                  <a:pt x="8229600" y="0"/>
                </a:lnTo>
                <a:lnTo>
                  <a:pt x="8229600" y="8440615"/>
                </a:lnTo>
                <a:lnTo>
                  <a:pt x="0" y="84406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7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672706" y="66557"/>
            <a:ext cx="8229600" cy="8440615"/>
          </a:xfrm>
          <a:custGeom>
            <a:avLst/>
            <a:gdLst/>
            <a:ahLst/>
            <a:cxnLst/>
            <a:rect r="r" b="b" t="t" l="l"/>
            <a:pathLst>
              <a:path h="8440615" w="8229600">
                <a:moveTo>
                  <a:pt x="0" y="0"/>
                </a:moveTo>
                <a:lnTo>
                  <a:pt x="8229600" y="0"/>
                </a:lnTo>
                <a:lnTo>
                  <a:pt x="8229600" y="8440615"/>
                </a:lnTo>
                <a:lnTo>
                  <a:pt x="0" y="84406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8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5105163" y="-4005175"/>
            <a:ext cx="8229600" cy="8440615"/>
          </a:xfrm>
          <a:custGeom>
            <a:avLst/>
            <a:gdLst/>
            <a:ahLst/>
            <a:cxnLst/>
            <a:rect r="r" b="b" t="t" l="l"/>
            <a:pathLst>
              <a:path h="8440615" w="8229600">
                <a:moveTo>
                  <a:pt x="0" y="0"/>
                </a:moveTo>
                <a:lnTo>
                  <a:pt x="8229600" y="0"/>
                </a:lnTo>
                <a:lnTo>
                  <a:pt x="8229600" y="8440615"/>
                </a:lnTo>
                <a:lnTo>
                  <a:pt x="0" y="84406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8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79917" y="3405572"/>
            <a:ext cx="7927166" cy="7927166"/>
          </a:xfrm>
          <a:custGeom>
            <a:avLst/>
            <a:gdLst/>
            <a:ahLst/>
            <a:cxnLst/>
            <a:rect r="r" b="b" t="t" l="l"/>
            <a:pathLst>
              <a:path h="7927166" w="7927166">
                <a:moveTo>
                  <a:pt x="0" y="0"/>
                </a:moveTo>
                <a:lnTo>
                  <a:pt x="7927166" y="0"/>
                </a:lnTo>
                <a:lnTo>
                  <a:pt x="7927166" y="7927167"/>
                </a:lnTo>
                <a:lnTo>
                  <a:pt x="0" y="79271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8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79917" y="5589743"/>
            <a:ext cx="7927166" cy="6738091"/>
          </a:xfrm>
          <a:custGeom>
            <a:avLst/>
            <a:gdLst/>
            <a:ahLst/>
            <a:cxnLst/>
            <a:rect r="r" b="b" t="t" l="l"/>
            <a:pathLst>
              <a:path h="6738091" w="7927166">
                <a:moveTo>
                  <a:pt x="0" y="0"/>
                </a:moveTo>
                <a:lnTo>
                  <a:pt x="7927166" y="0"/>
                </a:lnTo>
                <a:lnTo>
                  <a:pt x="7927166" y="6738092"/>
                </a:lnTo>
                <a:lnTo>
                  <a:pt x="0" y="673809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1789791" y="12845271"/>
            <a:ext cx="13866581" cy="623996"/>
          </a:xfrm>
          <a:custGeom>
            <a:avLst/>
            <a:gdLst/>
            <a:ahLst/>
            <a:cxnLst/>
            <a:rect r="r" b="b" t="t" l="l"/>
            <a:pathLst>
              <a:path h="623996" w="13866581">
                <a:moveTo>
                  <a:pt x="0" y="0"/>
                </a:moveTo>
                <a:lnTo>
                  <a:pt x="13866582" y="0"/>
                </a:lnTo>
                <a:lnTo>
                  <a:pt x="13866582" y="623996"/>
                </a:lnTo>
                <a:lnTo>
                  <a:pt x="0" y="62399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7768622" y="159200"/>
            <a:ext cx="2007011" cy="3160647"/>
          </a:xfrm>
          <a:custGeom>
            <a:avLst/>
            <a:gdLst/>
            <a:ahLst/>
            <a:cxnLst/>
            <a:rect r="r" b="b" t="t" l="l"/>
            <a:pathLst>
              <a:path h="3160647" w="2007011">
                <a:moveTo>
                  <a:pt x="2007011" y="0"/>
                </a:moveTo>
                <a:lnTo>
                  <a:pt x="0" y="0"/>
                </a:lnTo>
                <a:lnTo>
                  <a:pt x="0" y="3160647"/>
                </a:lnTo>
                <a:lnTo>
                  <a:pt x="2007011" y="3160647"/>
                </a:lnTo>
                <a:lnTo>
                  <a:pt x="200701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07589" y="159200"/>
            <a:ext cx="2007011" cy="3160647"/>
          </a:xfrm>
          <a:custGeom>
            <a:avLst/>
            <a:gdLst/>
            <a:ahLst/>
            <a:cxnLst/>
            <a:rect r="r" b="b" t="t" l="l"/>
            <a:pathLst>
              <a:path h="3160647" w="2007011">
                <a:moveTo>
                  <a:pt x="0" y="0"/>
                </a:moveTo>
                <a:lnTo>
                  <a:pt x="2007011" y="0"/>
                </a:lnTo>
                <a:lnTo>
                  <a:pt x="2007011" y="3160647"/>
                </a:lnTo>
                <a:lnTo>
                  <a:pt x="0" y="31606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091942" y="1849409"/>
            <a:ext cx="2103116" cy="982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57"/>
              </a:lnSpc>
            </a:pPr>
            <a:r>
              <a:rPr lang="en-US" b="true" sz="5183">
                <a:gradFill>
                  <a:gsLst>
                    <a:gs pos="0">
                      <a:srgbClr val="B82A0D">
                        <a:alpha val="100000"/>
                      </a:srgbClr>
                    </a:gs>
                    <a:gs pos="100000">
                      <a:srgbClr val="AF2F00">
                        <a:alpha val="100000"/>
                      </a:srgbClr>
                    </a:gs>
                  </a:gsLst>
                  <a:lin ang="0"/>
                </a:gradFill>
                <a:latin typeface="Respondent Medium"/>
                <a:ea typeface="Respondent Medium"/>
                <a:cs typeface="Respondent Medium"/>
                <a:sym typeface="Respondent Medium"/>
              </a:rPr>
              <a:t>Happy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163790" y="4433901"/>
            <a:ext cx="5959420" cy="638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2"/>
              </a:lnSpc>
            </a:pPr>
            <a:r>
              <a:rPr lang="en-US" sz="1865">
                <a:solidFill>
                  <a:srgbClr val="000000"/>
                </a:solidFill>
                <a:latin typeface="Kulachat Serif"/>
                <a:ea typeface="Kulachat Serif"/>
                <a:cs typeface="Kulachat Serif"/>
                <a:sym typeface="Kulachat Serif"/>
              </a:rPr>
              <a:t>May this Diwali bring new hope, beautiful beginnings, and abundant happiness into your life. Happy Diwali!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358271" y="2618516"/>
            <a:ext cx="5570458" cy="1853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249"/>
              </a:lnSpc>
            </a:pPr>
            <a:r>
              <a:rPr lang="en-US" sz="10892">
                <a:gradFill>
                  <a:gsLst>
                    <a:gs pos="0">
                      <a:srgbClr val="B82A0D">
                        <a:alpha val="100000"/>
                      </a:srgbClr>
                    </a:gs>
                    <a:gs pos="100000">
                      <a:srgbClr val="AF2F00">
                        <a:alpha val="100000"/>
                      </a:srgbClr>
                    </a:gs>
                  </a:gsLst>
                  <a:lin ang="0"/>
                </a:gradFill>
                <a:latin typeface="TAN Meringue"/>
                <a:ea typeface="TAN Meringue"/>
                <a:cs typeface="TAN Meringue"/>
                <a:sym typeface="TAN Meringue"/>
              </a:rPr>
              <a:t>Diwali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DAHYtPpHK2s</dc:identifier>
  <dcterms:modified xsi:type="dcterms:W3CDTF">2011-08-01T06:04:30Z</dcterms:modified>
  <cp:revision>1</cp:revision>
  <dc:title>Navratri school Instagram poster</dc:title>
</cp:coreProperties>
</file>