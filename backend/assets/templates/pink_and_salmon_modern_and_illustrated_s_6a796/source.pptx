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0287000"/>
  <p:notesSz cx="6858000" cy="9144000"/>
  <p:embeddedFontLst>
    <p:embeddedFont>
      <p:font typeface="Libre Baskerville Bold" charset="1" panose="02000000000000000000"/>
      <p:regular r:id="rId7"/>
    </p:embeddedFont>
    <p:embeddedFont>
      <p:font typeface="Allura" charset="1" panose="02000000000000000000"/>
      <p:regular r:id="rId8"/>
    </p:embeddedFont>
    <p:embeddedFont>
      <p:font typeface="Libre Baskerville" charset="1" panose="020000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302" r="0" b="-2803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99907" y="1318117"/>
            <a:ext cx="3887186" cy="4225202"/>
          </a:xfrm>
          <a:custGeom>
            <a:avLst/>
            <a:gdLst/>
            <a:ahLst/>
            <a:cxnLst/>
            <a:rect r="r" b="b" t="t" l="l"/>
            <a:pathLst>
              <a:path h="4225202" w="3887186">
                <a:moveTo>
                  <a:pt x="0" y="0"/>
                </a:moveTo>
                <a:lnTo>
                  <a:pt x="3887186" y="0"/>
                </a:lnTo>
                <a:lnTo>
                  <a:pt x="3887186" y="4225201"/>
                </a:lnTo>
                <a:lnTo>
                  <a:pt x="0" y="4225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57400" y="-2053659"/>
            <a:ext cx="4114800" cy="4107319"/>
          </a:xfrm>
          <a:custGeom>
            <a:avLst/>
            <a:gdLst/>
            <a:ahLst/>
            <a:cxnLst/>
            <a:rect r="r" b="b" t="t" l="l"/>
            <a:pathLst>
              <a:path h="4107319" w="4114800">
                <a:moveTo>
                  <a:pt x="0" y="0"/>
                </a:moveTo>
                <a:lnTo>
                  <a:pt x="4114800" y="0"/>
                </a:lnTo>
                <a:lnTo>
                  <a:pt x="4114800" y="4107318"/>
                </a:lnTo>
                <a:lnTo>
                  <a:pt x="0" y="41073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29600" y="-2053659"/>
            <a:ext cx="4114800" cy="4107319"/>
          </a:xfrm>
          <a:custGeom>
            <a:avLst/>
            <a:gdLst/>
            <a:ahLst/>
            <a:cxnLst/>
            <a:rect r="r" b="b" t="t" l="l"/>
            <a:pathLst>
              <a:path h="4107319" w="4114800">
                <a:moveTo>
                  <a:pt x="0" y="0"/>
                </a:moveTo>
                <a:lnTo>
                  <a:pt x="4114800" y="0"/>
                </a:lnTo>
                <a:lnTo>
                  <a:pt x="4114800" y="4107318"/>
                </a:lnTo>
                <a:lnTo>
                  <a:pt x="0" y="41073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28231" y="3839862"/>
            <a:ext cx="3030538" cy="2197140"/>
          </a:xfrm>
          <a:custGeom>
            <a:avLst/>
            <a:gdLst/>
            <a:ahLst/>
            <a:cxnLst/>
            <a:rect r="r" b="b" t="t" l="l"/>
            <a:pathLst>
              <a:path h="2197140" w="3030538">
                <a:moveTo>
                  <a:pt x="0" y="0"/>
                </a:moveTo>
                <a:lnTo>
                  <a:pt x="3030538" y="0"/>
                </a:lnTo>
                <a:lnTo>
                  <a:pt x="3030538" y="2197140"/>
                </a:lnTo>
                <a:lnTo>
                  <a:pt x="0" y="21971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54113" y="4209631"/>
            <a:ext cx="1748236" cy="1166947"/>
          </a:xfrm>
          <a:custGeom>
            <a:avLst/>
            <a:gdLst/>
            <a:ahLst/>
            <a:cxnLst/>
            <a:rect r="r" b="b" t="t" l="l"/>
            <a:pathLst>
              <a:path h="1166947" w="1748236">
                <a:moveTo>
                  <a:pt x="0" y="0"/>
                </a:moveTo>
                <a:lnTo>
                  <a:pt x="1748236" y="0"/>
                </a:lnTo>
                <a:lnTo>
                  <a:pt x="1748236" y="1166947"/>
                </a:lnTo>
                <a:lnTo>
                  <a:pt x="0" y="11669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5784651" y="4209631"/>
            <a:ext cx="1748236" cy="1166947"/>
          </a:xfrm>
          <a:custGeom>
            <a:avLst/>
            <a:gdLst/>
            <a:ahLst/>
            <a:cxnLst/>
            <a:rect r="r" b="b" t="t" l="l"/>
            <a:pathLst>
              <a:path h="1166947" w="1748236">
                <a:moveTo>
                  <a:pt x="1748236" y="0"/>
                </a:moveTo>
                <a:lnTo>
                  <a:pt x="0" y="0"/>
                </a:lnTo>
                <a:lnTo>
                  <a:pt x="0" y="1166947"/>
                </a:lnTo>
                <a:lnTo>
                  <a:pt x="1748236" y="1166947"/>
                </a:lnTo>
                <a:lnTo>
                  <a:pt x="1748236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6382956"/>
            <a:ext cx="82296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D0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Savitribai Phule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287234"/>
            <a:ext cx="82296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Allura"/>
                <a:ea typeface="Allura"/>
                <a:cs typeface="Allura"/>
                <a:sym typeface="Allura"/>
              </a:rPr>
              <a:t>Jayanti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629159"/>
            <a:ext cx="8229600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Honoring the revolutionary, Savitribai Phule, on her Jayanti.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DAHZFGljgzU</dc:identifier>
  <dcterms:modified xsi:type="dcterms:W3CDTF">2011-08-01T06:04:30Z</dcterms:modified>
  <cp:revision>1</cp:revision>
  <dc:title>Pink And Salmon Modern And Illustrated Savitribai Phule Jayanti Instagram Post</dc:title>
</cp:coreProperties>
</file>