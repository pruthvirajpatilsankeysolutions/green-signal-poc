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ITC Benguiat" charset="1" panose="02030603050306020704"/>
      <p:regular r:id="rId7"/>
    </p:embeddedFont>
    <p:embeddedFont>
      <p:font typeface="Nunito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35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44264" y="5143500"/>
            <a:ext cx="15592453" cy="6405281"/>
            <a:chOff x="0" y="0"/>
            <a:chExt cx="4106654" cy="1686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06654" cy="1686988"/>
            </a:xfrm>
            <a:custGeom>
              <a:avLst/>
              <a:gdLst/>
              <a:ahLst/>
              <a:cxnLst/>
              <a:rect r="r" b="b" t="t" l="l"/>
              <a:pathLst>
                <a:path h="1686988" w="4106654">
                  <a:moveTo>
                    <a:pt x="2053327" y="0"/>
                  </a:moveTo>
                  <a:cubicBezTo>
                    <a:pt x="919306" y="0"/>
                    <a:pt x="0" y="377645"/>
                    <a:pt x="0" y="843494"/>
                  </a:cubicBezTo>
                  <a:cubicBezTo>
                    <a:pt x="0" y="1309342"/>
                    <a:pt x="919306" y="1686988"/>
                    <a:pt x="2053327" y="1686988"/>
                  </a:cubicBezTo>
                  <a:cubicBezTo>
                    <a:pt x="3187348" y="1686988"/>
                    <a:pt x="4106654" y="1309342"/>
                    <a:pt x="4106654" y="843494"/>
                  </a:cubicBezTo>
                  <a:cubicBezTo>
                    <a:pt x="4106654" y="377645"/>
                    <a:pt x="3187348" y="0"/>
                    <a:pt x="2053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84999" y="120055"/>
              <a:ext cx="3336657" cy="1408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38267" y="7198383"/>
            <a:ext cx="2552617" cy="494570"/>
          </a:xfrm>
          <a:custGeom>
            <a:avLst/>
            <a:gdLst/>
            <a:ahLst/>
            <a:cxnLst/>
            <a:rect r="r" b="b" t="t" l="l"/>
            <a:pathLst>
              <a:path h="494570" w="2552617">
                <a:moveTo>
                  <a:pt x="0" y="0"/>
                </a:moveTo>
                <a:lnTo>
                  <a:pt x="2552617" y="0"/>
                </a:lnTo>
                <a:lnTo>
                  <a:pt x="2552617" y="494569"/>
                </a:lnTo>
                <a:lnTo>
                  <a:pt x="0" y="494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83086">
            <a:off x="3623407" y="8559942"/>
            <a:ext cx="2657110" cy="514815"/>
          </a:xfrm>
          <a:custGeom>
            <a:avLst/>
            <a:gdLst/>
            <a:ahLst/>
            <a:cxnLst/>
            <a:rect r="r" b="b" t="t" l="l"/>
            <a:pathLst>
              <a:path h="514815" w="2657110">
                <a:moveTo>
                  <a:pt x="0" y="0"/>
                </a:moveTo>
                <a:lnTo>
                  <a:pt x="2657110" y="0"/>
                </a:lnTo>
                <a:lnTo>
                  <a:pt x="2657110" y="514815"/>
                </a:lnTo>
                <a:lnTo>
                  <a:pt x="0" y="514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8267" y="5629442"/>
            <a:ext cx="6486520" cy="3632451"/>
          </a:xfrm>
          <a:custGeom>
            <a:avLst/>
            <a:gdLst/>
            <a:ahLst/>
            <a:cxnLst/>
            <a:rect r="r" b="b" t="t" l="l"/>
            <a:pathLst>
              <a:path h="3632451" w="6486520">
                <a:moveTo>
                  <a:pt x="0" y="0"/>
                </a:moveTo>
                <a:lnTo>
                  <a:pt x="6486520" y="0"/>
                </a:lnTo>
                <a:lnTo>
                  <a:pt x="6486520" y="3632451"/>
                </a:lnTo>
                <a:lnTo>
                  <a:pt x="0" y="3632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64461" y="1493370"/>
            <a:ext cx="6358079" cy="220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5"/>
              </a:lnSpc>
            </a:pPr>
            <a:r>
              <a:rPr lang="en-US" sz="8799" strike="noStrike" u="none">
                <a:solidFill>
                  <a:srgbClr val="FFDD2A"/>
                </a:solidFill>
                <a:latin typeface="ITC Benguiat"/>
                <a:ea typeface="ITC Benguiat"/>
                <a:cs typeface="ITC Benguiat"/>
                <a:sym typeface="ITC Benguiat"/>
              </a:rPr>
              <a:t>Makar</a:t>
            </a:r>
          </a:p>
          <a:p>
            <a:pPr algn="ctr" marL="0" indent="0" lvl="0">
              <a:lnSpc>
                <a:spcPts val="7655"/>
              </a:lnSpc>
            </a:pPr>
            <a:r>
              <a:rPr lang="en-US" sz="8799" strike="noStrike" u="none">
                <a:solidFill>
                  <a:srgbClr val="FFDD2A"/>
                </a:solidFill>
                <a:latin typeface="ITC Benguiat"/>
                <a:ea typeface="ITC Benguiat"/>
                <a:cs typeface="ITC Benguiat"/>
                <a:sym typeface="ITC Benguiat"/>
              </a:rPr>
              <a:t>Sankranti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84967" y="738593"/>
            <a:ext cx="3317066" cy="65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2"/>
              </a:lnSpc>
            </a:pPr>
            <a:r>
              <a:rPr lang="en-US" sz="4600">
                <a:solidFill>
                  <a:srgbClr val="FFFFFF"/>
                </a:solidFill>
                <a:latin typeface="ITC Benguiat"/>
                <a:ea typeface="ITC Benguiat"/>
                <a:cs typeface="ITC Benguiat"/>
                <a:sym typeface="ITC Benguiat"/>
              </a:rPr>
              <a:t>Happy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720" y="3719552"/>
            <a:ext cx="8295615" cy="8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2"/>
              </a:lnSpc>
            </a:pPr>
            <a:r>
              <a:rPr lang="en-US" sz="2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May your life be filled with joy, warmth, and sweet moments. Celebrate and soar high!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84603" y="9390363"/>
            <a:ext cx="1688194" cy="327088"/>
          </a:xfrm>
          <a:custGeom>
            <a:avLst/>
            <a:gdLst/>
            <a:ahLst/>
            <a:cxnLst/>
            <a:rect r="r" b="b" t="t" l="l"/>
            <a:pathLst>
              <a:path h="327088" w="1688194">
                <a:moveTo>
                  <a:pt x="0" y="0"/>
                </a:moveTo>
                <a:lnTo>
                  <a:pt x="1688194" y="0"/>
                </a:lnTo>
                <a:lnTo>
                  <a:pt x="1688194" y="327088"/>
                </a:lnTo>
                <a:lnTo>
                  <a:pt x="0" y="327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70280" y="9366503"/>
            <a:ext cx="1376041" cy="266608"/>
          </a:xfrm>
          <a:custGeom>
            <a:avLst/>
            <a:gdLst/>
            <a:ahLst/>
            <a:cxnLst/>
            <a:rect r="r" b="b" t="t" l="l"/>
            <a:pathLst>
              <a:path h="266608" w="1376041">
                <a:moveTo>
                  <a:pt x="0" y="0"/>
                </a:moveTo>
                <a:lnTo>
                  <a:pt x="1376040" y="0"/>
                </a:lnTo>
                <a:lnTo>
                  <a:pt x="1376040" y="266608"/>
                </a:lnTo>
                <a:lnTo>
                  <a:pt x="0" y="266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0652" y="6346358"/>
            <a:ext cx="1463809" cy="3207549"/>
          </a:xfrm>
          <a:custGeom>
            <a:avLst/>
            <a:gdLst/>
            <a:ahLst/>
            <a:cxnLst/>
            <a:rect r="r" b="b" t="t" l="l"/>
            <a:pathLst>
              <a:path h="3207549" w="1463809">
                <a:moveTo>
                  <a:pt x="0" y="0"/>
                </a:moveTo>
                <a:lnTo>
                  <a:pt x="1463809" y="0"/>
                </a:lnTo>
                <a:lnTo>
                  <a:pt x="1463809" y="3207549"/>
                </a:lnTo>
                <a:lnTo>
                  <a:pt x="0" y="3207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8369594" y="6057139"/>
            <a:ext cx="1430496" cy="3496767"/>
          </a:xfrm>
          <a:custGeom>
            <a:avLst/>
            <a:gdLst/>
            <a:ahLst/>
            <a:cxnLst/>
            <a:rect r="r" b="b" t="t" l="l"/>
            <a:pathLst>
              <a:path h="3496767" w="1430496">
                <a:moveTo>
                  <a:pt x="1430496" y="0"/>
                </a:moveTo>
                <a:lnTo>
                  <a:pt x="0" y="0"/>
                </a:lnTo>
                <a:lnTo>
                  <a:pt x="0" y="3496768"/>
                </a:lnTo>
                <a:lnTo>
                  <a:pt x="1430496" y="3496768"/>
                </a:lnTo>
                <a:lnTo>
                  <a:pt x="14304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DAHZFhxkwJc</dc:identifier>
  <dcterms:modified xsi:type="dcterms:W3CDTF">2011-08-01T06:04:30Z</dcterms:modified>
  <cp:revision>1</cp:revision>
  <dc:title>Blue White Organic Illustrative Makar Sankranti Instagram Post</dc:title>
</cp:coreProperties>
</file>