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0287000"/>
  <p:notesSz cx="6858000" cy="9144000"/>
  <p:embeddedFontLst>
    <p:embeddedFont>
      <p:font typeface="Playfair Display Medium" charset="1" panose="00000000000000000000"/>
      <p:regular r:id="rId7"/>
    </p:embeddedFont>
    <p:embeddedFont>
      <p:font typeface="Brittany" charset="1" panose="00000000000000000000"/>
      <p:regular r:id="rId8"/>
    </p:embeddedFont>
    <p:embeddedFont>
      <p:font typeface="Canva Sans" charset="1" panose="020B0503030501040103"/>
      <p:regular r:id="rId9"/>
    </p:embeddedFont>
    <p:embeddedFont>
      <p:font typeface="Poppins Semi-Bold" charset="1" panose="000007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7A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05560" y="-325121"/>
            <a:ext cx="11047666" cy="11228343"/>
          </a:xfrm>
          <a:custGeom>
            <a:avLst/>
            <a:gdLst/>
            <a:ahLst/>
            <a:cxnLst/>
            <a:rect r="r" b="b" t="t" l="l"/>
            <a:pathLst>
              <a:path h="11228343" w="11047666">
                <a:moveTo>
                  <a:pt x="0" y="0"/>
                </a:moveTo>
                <a:lnTo>
                  <a:pt x="11047666" y="0"/>
                </a:lnTo>
                <a:lnTo>
                  <a:pt x="11047666" y="11228343"/>
                </a:lnTo>
                <a:lnTo>
                  <a:pt x="0" y="11228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</a:blip>
            <a:stretch>
              <a:fillRect l="-25239" t="0" r="-2523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5199" y="6198014"/>
            <a:ext cx="10517398" cy="5435184"/>
          </a:xfrm>
          <a:custGeom>
            <a:avLst/>
            <a:gdLst/>
            <a:ahLst/>
            <a:cxnLst/>
            <a:rect r="r" b="b" t="t" l="l"/>
            <a:pathLst>
              <a:path h="5435184" w="10517398">
                <a:moveTo>
                  <a:pt x="0" y="0"/>
                </a:moveTo>
                <a:lnTo>
                  <a:pt x="10517398" y="0"/>
                </a:lnTo>
                <a:lnTo>
                  <a:pt x="10517398" y="5435184"/>
                </a:lnTo>
                <a:lnTo>
                  <a:pt x="0" y="54351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</a:blip>
            <a:stretch>
              <a:fillRect l="0" t="-9088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4241" y="-1324649"/>
            <a:ext cx="9088693" cy="9088693"/>
          </a:xfrm>
          <a:custGeom>
            <a:avLst/>
            <a:gdLst/>
            <a:ahLst/>
            <a:cxnLst/>
            <a:rect r="r" b="b" t="t" l="l"/>
            <a:pathLst>
              <a:path h="9088693" w="9088693">
                <a:moveTo>
                  <a:pt x="0" y="0"/>
                </a:moveTo>
                <a:lnTo>
                  <a:pt x="9088693" y="0"/>
                </a:lnTo>
                <a:lnTo>
                  <a:pt x="9088693" y="9088693"/>
                </a:lnTo>
                <a:lnTo>
                  <a:pt x="0" y="90886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29177" y="1799589"/>
            <a:ext cx="5278058" cy="8796851"/>
          </a:xfrm>
          <a:custGeom>
            <a:avLst/>
            <a:gdLst/>
            <a:ahLst/>
            <a:cxnLst/>
            <a:rect r="r" b="b" t="t" l="l"/>
            <a:pathLst>
              <a:path h="8796851" w="5278058">
                <a:moveTo>
                  <a:pt x="0" y="0"/>
                </a:moveTo>
                <a:lnTo>
                  <a:pt x="5278058" y="0"/>
                </a:lnTo>
                <a:lnTo>
                  <a:pt x="5278058" y="8796851"/>
                </a:lnTo>
                <a:lnTo>
                  <a:pt x="0" y="87968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9301" t="-37875" r="-17922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51760" y="8987604"/>
            <a:ext cx="2533096" cy="1437532"/>
          </a:xfrm>
          <a:custGeom>
            <a:avLst/>
            <a:gdLst/>
            <a:ahLst/>
            <a:cxnLst/>
            <a:rect r="r" b="b" t="t" l="l"/>
            <a:pathLst>
              <a:path h="1437532" w="2533096">
                <a:moveTo>
                  <a:pt x="0" y="0"/>
                </a:moveTo>
                <a:lnTo>
                  <a:pt x="2533096" y="0"/>
                </a:lnTo>
                <a:lnTo>
                  <a:pt x="2533096" y="1437531"/>
                </a:lnTo>
                <a:lnTo>
                  <a:pt x="0" y="14375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81137" y="2398424"/>
            <a:ext cx="6353488" cy="1998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15"/>
              </a:lnSpc>
            </a:pPr>
            <a:r>
              <a:rPr lang="en-US" b="true" sz="5501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SWAMI </a:t>
            </a:r>
          </a:p>
          <a:p>
            <a:pPr algn="ctr">
              <a:lnSpc>
                <a:spcPts val="5115"/>
              </a:lnSpc>
            </a:pPr>
            <a:r>
              <a:rPr lang="en-US" b="true" sz="5501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VIVEKANANDA</a:t>
            </a:r>
          </a:p>
          <a:p>
            <a:pPr algn="ctr">
              <a:lnSpc>
                <a:spcPts val="5115"/>
              </a:lnSpc>
            </a:pPr>
            <a:r>
              <a:rPr lang="en-US" sz="5501">
                <a:solidFill>
                  <a:srgbClr val="FFFFFF"/>
                </a:solidFill>
                <a:latin typeface="Brittany"/>
                <a:ea typeface="Brittany"/>
                <a:cs typeface="Brittany"/>
                <a:sym typeface="Brittany"/>
              </a:rPr>
              <a:t>Jayanti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77071" y="5151817"/>
            <a:ext cx="3761619" cy="741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6"/>
              </a:lnSpc>
            </a:pPr>
            <a:r>
              <a:rPr lang="en-US" sz="135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Let us honor his teachings of strength, unity, and selflessness. May his words inspire us to strive for excellence and work towards the betterment of humanity.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98763" y="1507072"/>
            <a:ext cx="1395909" cy="345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6"/>
              </a:lnSpc>
            </a:pPr>
            <a:r>
              <a:rPr lang="en-US" b="true" sz="136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12TH</a:t>
            </a:r>
          </a:p>
          <a:p>
            <a:pPr algn="ctr">
              <a:lnSpc>
                <a:spcPts val="1302"/>
              </a:lnSpc>
            </a:pPr>
            <a:r>
              <a:rPr lang="en-US" b="true" sz="156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JAN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13566" y="438808"/>
            <a:ext cx="1230269" cy="375653"/>
            <a:chOff x="0" y="0"/>
            <a:chExt cx="1640358" cy="50087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80243"/>
              <a:ext cx="294243" cy="294243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409028" y="28575"/>
              <a:ext cx="1231330" cy="4722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59"/>
                </a:lnSpc>
              </a:pPr>
              <a:r>
                <a:rPr lang="en-US" sz="1401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Studio Shodwe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DAHZFKgNon4</dc:identifier>
  <dcterms:modified xsi:type="dcterms:W3CDTF">2011-08-01T06:04:30Z</dcterms:modified>
  <cp:revision>1</cp:revision>
  <dc:title>Orange and White Simple Swami Vivekananda Jayanti Instagram Post</dc:title>
</cp:coreProperties>
</file>