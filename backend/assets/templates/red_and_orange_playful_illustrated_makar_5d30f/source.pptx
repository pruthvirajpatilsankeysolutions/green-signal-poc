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Obra Letra" charset="1" panose="00000000000000000000"/>
      <p:regular r:id="rId7"/>
    </p:embeddedFont>
    <p:embeddedFont>
      <p:font typeface="Belleza" charset="1" panose="020005030500000200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1DD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631" y="2591995"/>
            <a:ext cx="10916262" cy="5835238"/>
          </a:xfrm>
          <a:custGeom>
            <a:avLst/>
            <a:gdLst/>
            <a:ahLst/>
            <a:cxnLst/>
            <a:rect r="r" b="b" t="t" l="l"/>
            <a:pathLst>
              <a:path h="5835238" w="10916262">
                <a:moveTo>
                  <a:pt x="0" y="0"/>
                </a:moveTo>
                <a:lnTo>
                  <a:pt x="10916262" y="0"/>
                </a:lnTo>
                <a:lnTo>
                  <a:pt x="10916262" y="5835238"/>
                </a:lnTo>
                <a:lnTo>
                  <a:pt x="0" y="583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3058" y="8335904"/>
            <a:ext cx="10953116" cy="4276279"/>
          </a:xfrm>
          <a:custGeom>
            <a:avLst/>
            <a:gdLst/>
            <a:ahLst/>
            <a:cxnLst/>
            <a:rect r="r" b="b" t="t" l="l"/>
            <a:pathLst>
              <a:path h="4276279" w="10953116">
                <a:moveTo>
                  <a:pt x="0" y="0"/>
                </a:moveTo>
                <a:lnTo>
                  <a:pt x="10953116" y="0"/>
                </a:lnTo>
                <a:lnTo>
                  <a:pt x="10953116" y="4276279"/>
                </a:lnTo>
                <a:lnTo>
                  <a:pt x="0" y="4276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5793" y="7623407"/>
            <a:ext cx="8229600" cy="7818120"/>
          </a:xfrm>
          <a:custGeom>
            <a:avLst/>
            <a:gdLst/>
            <a:ahLst/>
            <a:cxnLst/>
            <a:rect r="r" b="b" t="t" l="l"/>
            <a:pathLst>
              <a:path h="7818120" w="8229600">
                <a:moveTo>
                  <a:pt x="0" y="0"/>
                </a:moveTo>
                <a:lnTo>
                  <a:pt x="8229600" y="0"/>
                </a:lnTo>
                <a:lnTo>
                  <a:pt x="8229600" y="7818120"/>
                </a:lnTo>
                <a:lnTo>
                  <a:pt x="0" y="781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823725" y="1985503"/>
            <a:ext cx="4726347" cy="47263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AF5">
                    <a:alpha val="100000"/>
                  </a:srgbClr>
                </a:gs>
                <a:gs pos="100000">
                  <a:srgbClr val="FFE8D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60711" y="554772"/>
            <a:ext cx="7565579" cy="7579359"/>
          </a:xfrm>
          <a:custGeom>
            <a:avLst/>
            <a:gdLst/>
            <a:ahLst/>
            <a:cxnLst/>
            <a:rect r="r" b="b" t="t" l="l"/>
            <a:pathLst>
              <a:path h="7579359" w="7565579">
                <a:moveTo>
                  <a:pt x="0" y="0"/>
                </a:moveTo>
                <a:lnTo>
                  <a:pt x="7565578" y="0"/>
                </a:lnTo>
                <a:lnTo>
                  <a:pt x="7565578" y="7579360"/>
                </a:lnTo>
                <a:lnTo>
                  <a:pt x="0" y="757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3114" y="284796"/>
            <a:ext cx="1480815" cy="1545199"/>
          </a:xfrm>
          <a:custGeom>
            <a:avLst/>
            <a:gdLst/>
            <a:ahLst/>
            <a:cxnLst/>
            <a:rect r="r" b="b" t="t" l="l"/>
            <a:pathLst>
              <a:path h="1545199" w="1480815">
                <a:moveTo>
                  <a:pt x="0" y="0"/>
                </a:moveTo>
                <a:lnTo>
                  <a:pt x="1480816" y="0"/>
                </a:lnTo>
                <a:lnTo>
                  <a:pt x="1480816" y="1545199"/>
                </a:lnTo>
                <a:lnTo>
                  <a:pt x="0" y="1545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8802340" y="1690664"/>
            <a:ext cx="784506" cy="818615"/>
          </a:xfrm>
          <a:custGeom>
            <a:avLst/>
            <a:gdLst/>
            <a:ahLst/>
            <a:cxnLst/>
            <a:rect r="r" b="b" t="t" l="l"/>
            <a:pathLst>
              <a:path h="818615" w="784506">
                <a:moveTo>
                  <a:pt x="784505" y="0"/>
                </a:moveTo>
                <a:lnTo>
                  <a:pt x="0" y="0"/>
                </a:lnTo>
                <a:lnTo>
                  <a:pt x="0" y="818614"/>
                </a:lnTo>
                <a:lnTo>
                  <a:pt x="784505" y="818614"/>
                </a:lnTo>
                <a:lnTo>
                  <a:pt x="78450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82828" y="-482605"/>
            <a:ext cx="1372565" cy="1809976"/>
          </a:xfrm>
          <a:custGeom>
            <a:avLst/>
            <a:gdLst/>
            <a:ahLst/>
            <a:cxnLst/>
            <a:rect r="r" b="b" t="t" l="l"/>
            <a:pathLst>
              <a:path h="1809976" w="1372565">
                <a:moveTo>
                  <a:pt x="0" y="0"/>
                </a:moveTo>
                <a:lnTo>
                  <a:pt x="1372565" y="0"/>
                </a:lnTo>
                <a:lnTo>
                  <a:pt x="1372565" y="1809977"/>
                </a:lnTo>
                <a:lnTo>
                  <a:pt x="0" y="18099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2363826">
            <a:off x="313903" y="2934574"/>
            <a:ext cx="612800" cy="808088"/>
          </a:xfrm>
          <a:custGeom>
            <a:avLst/>
            <a:gdLst/>
            <a:ahLst/>
            <a:cxnLst/>
            <a:rect r="r" b="b" t="t" l="l"/>
            <a:pathLst>
              <a:path h="808088" w="612800">
                <a:moveTo>
                  <a:pt x="612800" y="0"/>
                </a:moveTo>
                <a:lnTo>
                  <a:pt x="0" y="0"/>
                </a:lnTo>
                <a:lnTo>
                  <a:pt x="0" y="808089"/>
                </a:lnTo>
                <a:lnTo>
                  <a:pt x="612800" y="808089"/>
                </a:lnTo>
                <a:lnTo>
                  <a:pt x="61280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477230">
            <a:off x="8874063" y="7502543"/>
            <a:ext cx="1425564" cy="1849380"/>
          </a:xfrm>
          <a:custGeom>
            <a:avLst/>
            <a:gdLst/>
            <a:ahLst/>
            <a:cxnLst/>
            <a:rect r="r" b="b" t="t" l="l"/>
            <a:pathLst>
              <a:path h="1849380" w="1425564">
                <a:moveTo>
                  <a:pt x="0" y="0"/>
                </a:moveTo>
                <a:lnTo>
                  <a:pt x="1425564" y="0"/>
                </a:lnTo>
                <a:lnTo>
                  <a:pt x="1425564" y="1849380"/>
                </a:lnTo>
                <a:lnTo>
                  <a:pt x="0" y="18493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1511549">
            <a:off x="8893" y="7502543"/>
            <a:ext cx="1425564" cy="1849380"/>
          </a:xfrm>
          <a:custGeom>
            <a:avLst/>
            <a:gdLst/>
            <a:ahLst/>
            <a:cxnLst/>
            <a:rect r="r" b="b" t="t" l="l"/>
            <a:pathLst>
              <a:path h="1849380" w="1425564">
                <a:moveTo>
                  <a:pt x="1425564" y="0"/>
                </a:moveTo>
                <a:lnTo>
                  <a:pt x="0" y="0"/>
                </a:lnTo>
                <a:lnTo>
                  <a:pt x="0" y="1849380"/>
                </a:lnTo>
                <a:lnTo>
                  <a:pt x="1425564" y="1849380"/>
                </a:lnTo>
                <a:lnTo>
                  <a:pt x="1425564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60711" y="11337200"/>
            <a:ext cx="7565579" cy="4104326"/>
          </a:xfrm>
          <a:custGeom>
            <a:avLst/>
            <a:gdLst/>
            <a:ahLst/>
            <a:cxnLst/>
            <a:rect r="r" b="b" t="t" l="l"/>
            <a:pathLst>
              <a:path h="4104326" w="7565579">
                <a:moveTo>
                  <a:pt x="0" y="0"/>
                </a:moveTo>
                <a:lnTo>
                  <a:pt x="7565578" y="0"/>
                </a:lnTo>
                <a:lnTo>
                  <a:pt x="7565578" y="4104327"/>
                </a:lnTo>
                <a:lnTo>
                  <a:pt x="0" y="4104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89962">
            <a:off x="6308676" y="9926757"/>
            <a:ext cx="8229600" cy="4227957"/>
          </a:xfrm>
          <a:custGeom>
            <a:avLst/>
            <a:gdLst/>
            <a:ahLst/>
            <a:cxnLst/>
            <a:rect r="r" b="b" t="t" l="l"/>
            <a:pathLst>
              <a:path h="4227957" w="8229600">
                <a:moveTo>
                  <a:pt x="0" y="0"/>
                </a:moveTo>
                <a:lnTo>
                  <a:pt x="8229600" y="0"/>
                </a:lnTo>
                <a:lnTo>
                  <a:pt x="8229600" y="4227957"/>
                </a:lnTo>
                <a:lnTo>
                  <a:pt x="0" y="42279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654060">
            <a:off x="-4184298" y="9926757"/>
            <a:ext cx="8229600" cy="4227957"/>
          </a:xfrm>
          <a:custGeom>
            <a:avLst/>
            <a:gdLst/>
            <a:ahLst/>
            <a:cxnLst/>
            <a:rect r="r" b="b" t="t" l="l"/>
            <a:pathLst>
              <a:path h="4227957" w="8229600">
                <a:moveTo>
                  <a:pt x="8229600" y="0"/>
                </a:moveTo>
                <a:lnTo>
                  <a:pt x="0" y="0"/>
                </a:lnTo>
                <a:lnTo>
                  <a:pt x="0" y="4227957"/>
                </a:lnTo>
                <a:lnTo>
                  <a:pt x="8229600" y="4227957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532016" y="4653929"/>
            <a:ext cx="4109658" cy="2789357"/>
          </a:xfrm>
          <a:custGeom>
            <a:avLst/>
            <a:gdLst/>
            <a:ahLst/>
            <a:cxnLst/>
            <a:rect r="r" b="b" t="t" l="l"/>
            <a:pathLst>
              <a:path h="2789357" w="4109658">
                <a:moveTo>
                  <a:pt x="0" y="0"/>
                </a:moveTo>
                <a:lnTo>
                  <a:pt x="4109658" y="0"/>
                </a:lnTo>
                <a:lnTo>
                  <a:pt x="4109658" y="2789357"/>
                </a:lnTo>
                <a:lnTo>
                  <a:pt x="0" y="27893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8669" t="-110517" r="-21580" b="-88631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-1534907" y="4653929"/>
            <a:ext cx="3323981" cy="3131452"/>
          </a:xfrm>
          <a:custGeom>
            <a:avLst/>
            <a:gdLst/>
            <a:ahLst/>
            <a:cxnLst/>
            <a:rect r="r" b="b" t="t" l="l"/>
            <a:pathLst>
              <a:path h="3131452" w="3323981">
                <a:moveTo>
                  <a:pt x="3323982" y="0"/>
                </a:moveTo>
                <a:lnTo>
                  <a:pt x="0" y="0"/>
                </a:lnTo>
                <a:lnTo>
                  <a:pt x="0" y="3131452"/>
                </a:lnTo>
                <a:lnTo>
                  <a:pt x="3323982" y="3131452"/>
                </a:lnTo>
                <a:lnTo>
                  <a:pt x="3323982" y="0"/>
                </a:lnTo>
                <a:close/>
              </a:path>
            </a:pathLst>
          </a:custGeom>
          <a:blipFill>
            <a:blip r:embed="rId12"/>
            <a:stretch>
              <a:fillRect l="-147992" t="-110517" r="-29953" b="-8863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93356" y="11926767"/>
            <a:ext cx="3100289" cy="614421"/>
          </a:xfrm>
          <a:custGeom>
            <a:avLst/>
            <a:gdLst/>
            <a:ahLst/>
            <a:cxnLst/>
            <a:rect r="r" b="b" t="t" l="l"/>
            <a:pathLst>
              <a:path h="614421" w="3100289">
                <a:moveTo>
                  <a:pt x="0" y="0"/>
                </a:moveTo>
                <a:lnTo>
                  <a:pt x="3100288" y="0"/>
                </a:lnTo>
                <a:lnTo>
                  <a:pt x="3100288" y="614421"/>
                </a:lnTo>
                <a:lnTo>
                  <a:pt x="0" y="61442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693186" y="10939047"/>
            <a:ext cx="2570460" cy="1673136"/>
          </a:xfrm>
          <a:custGeom>
            <a:avLst/>
            <a:gdLst/>
            <a:ahLst/>
            <a:cxnLst/>
            <a:rect r="r" b="b" t="t" l="l"/>
            <a:pathLst>
              <a:path h="1673136" w="2570460">
                <a:moveTo>
                  <a:pt x="0" y="0"/>
                </a:moveTo>
                <a:lnTo>
                  <a:pt x="2570459" y="0"/>
                </a:lnTo>
                <a:lnTo>
                  <a:pt x="2570459" y="1673136"/>
                </a:lnTo>
                <a:lnTo>
                  <a:pt x="0" y="16731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360463" y="3293385"/>
            <a:ext cx="3652870" cy="154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9052">
                <a:solidFill>
                  <a:srgbClr val="E13128"/>
                </a:solidFill>
                <a:latin typeface="Obra Letra"/>
                <a:ea typeface="Obra Letra"/>
                <a:cs typeface="Obra Letra"/>
                <a:sym typeface="Obra Letra"/>
              </a:rPr>
              <a:t>Makar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10152" y="2951720"/>
            <a:ext cx="2153493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E13128"/>
                </a:solidFill>
                <a:latin typeface="Belleza"/>
                <a:ea typeface="Belleza"/>
                <a:cs typeface="Belleza"/>
                <a:sym typeface="Belleza"/>
              </a:rPr>
              <a:t>HAPPY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44812" y="4525994"/>
            <a:ext cx="3484173" cy="98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667" spc="226">
                <a:solidFill>
                  <a:srgbClr val="E13128"/>
                </a:solidFill>
                <a:latin typeface="Obra Letra"/>
                <a:ea typeface="Obra Letra"/>
                <a:cs typeface="Obra Letra"/>
                <a:sym typeface="Obra Letra"/>
              </a:rPr>
              <a:t>Sankranti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8651" y="8731447"/>
            <a:ext cx="7869698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Under the winter sun and open sky, may yo</a:t>
            </a:r>
            <a:r>
              <a:rPr lang="en-US" sz="32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ur dreams rise freely like kites this Sankranti.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DAHZFYX8l6s</dc:identifier>
  <dcterms:modified xsi:type="dcterms:W3CDTF">2011-08-01T06:04:30Z</dcterms:modified>
  <cp:revision>1</cp:revision>
  <dc:title>Red and Orange PLayful Illustrated Makar Sankranti Instagram Post</dc:title>
</cp:coreProperties>
</file>