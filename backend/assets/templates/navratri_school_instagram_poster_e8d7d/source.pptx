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3716000"/>
  <p:notesSz cx="6858000" cy="9144000"/>
  <p:embeddedFontLst>
    <p:embeddedFont>
      <p:font typeface="Lumberjack" charset="1" panose="02000503050000020004"/>
      <p:regular r:id="rId7"/>
    </p:embeddedFont>
    <p:embeddedFont>
      <p:font typeface="Poppins Medium" charset="1" panose="00000600000000000000"/>
      <p:regular r:id="rId8"/>
    </p:embeddedFont>
    <p:embeddedFont>
      <p:font typeface="Imbue 72pt Medium" charset="1" panose="00000000000000000000"/>
      <p:regular r:id="rId9"/>
    </p:embeddedFont>
    <p:embeddedFont>
      <p:font typeface="Poppins Semi-Bold" charset="1" panose="000007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3716000"/>
          </a:xfrm>
          <a:custGeom>
            <a:avLst/>
            <a:gdLst/>
            <a:ahLst/>
            <a:cxnLst/>
            <a:rect r="r" b="b" t="t" l="l"/>
            <a:pathLst>
              <a:path h="13716000" w="10287000">
                <a:moveTo>
                  <a:pt x="0" y="0"/>
                </a:moveTo>
                <a:lnTo>
                  <a:pt x="10287000" y="0"/>
                </a:lnTo>
                <a:lnTo>
                  <a:pt x="10287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755133" cy="3258497"/>
          </a:xfrm>
          <a:custGeom>
            <a:avLst/>
            <a:gdLst/>
            <a:ahLst/>
            <a:cxnLst/>
            <a:rect r="r" b="b" t="t" l="l"/>
            <a:pathLst>
              <a:path h="3258497" w="4755133">
                <a:moveTo>
                  <a:pt x="0" y="0"/>
                </a:moveTo>
                <a:lnTo>
                  <a:pt x="4755133" y="0"/>
                </a:lnTo>
                <a:lnTo>
                  <a:pt x="4755133" y="3258497"/>
                </a:lnTo>
                <a:lnTo>
                  <a:pt x="0" y="3258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2396511"/>
            <a:ext cx="2377566" cy="3267970"/>
          </a:xfrm>
          <a:custGeom>
            <a:avLst/>
            <a:gdLst/>
            <a:ahLst/>
            <a:cxnLst/>
            <a:rect r="r" b="b" t="t" l="l"/>
            <a:pathLst>
              <a:path h="3267970" w="2377566">
                <a:moveTo>
                  <a:pt x="0" y="0"/>
                </a:moveTo>
                <a:lnTo>
                  <a:pt x="2377566" y="0"/>
                </a:lnTo>
                <a:lnTo>
                  <a:pt x="2377566" y="3267970"/>
                </a:lnTo>
                <a:lnTo>
                  <a:pt x="0" y="3267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12674" y="0"/>
            <a:ext cx="2974326" cy="2746989"/>
          </a:xfrm>
          <a:custGeom>
            <a:avLst/>
            <a:gdLst/>
            <a:ahLst/>
            <a:cxnLst/>
            <a:rect r="r" b="b" t="t" l="l"/>
            <a:pathLst>
              <a:path h="2746989" w="2974326">
                <a:moveTo>
                  <a:pt x="0" y="0"/>
                </a:moveTo>
                <a:lnTo>
                  <a:pt x="2974326" y="0"/>
                </a:lnTo>
                <a:lnTo>
                  <a:pt x="2974326" y="2746989"/>
                </a:lnTo>
                <a:lnTo>
                  <a:pt x="0" y="27469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11594" y="1714500"/>
            <a:ext cx="2775406" cy="6005486"/>
          </a:xfrm>
          <a:custGeom>
            <a:avLst/>
            <a:gdLst/>
            <a:ahLst/>
            <a:cxnLst/>
            <a:rect r="r" b="b" t="t" l="l"/>
            <a:pathLst>
              <a:path h="6005486" w="2775406">
                <a:moveTo>
                  <a:pt x="0" y="0"/>
                </a:moveTo>
                <a:lnTo>
                  <a:pt x="2775406" y="0"/>
                </a:lnTo>
                <a:lnTo>
                  <a:pt x="2775406" y="6005486"/>
                </a:lnTo>
                <a:lnTo>
                  <a:pt x="0" y="60054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09434" y="7369508"/>
            <a:ext cx="2377566" cy="5323475"/>
          </a:xfrm>
          <a:custGeom>
            <a:avLst/>
            <a:gdLst/>
            <a:ahLst/>
            <a:cxnLst/>
            <a:rect r="r" b="b" t="t" l="l"/>
            <a:pathLst>
              <a:path h="5323475" w="2377566">
                <a:moveTo>
                  <a:pt x="0" y="0"/>
                </a:moveTo>
                <a:lnTo>
                  <a:pt x="2377566" y="0"/>
                </a:lnTo>
                <a:lnTo>
                  <a:pt x="2377566" y="5323475"/>
                </a:lnTo>
                <a:lnTo>
                  <a:pt x="0" y="53234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4047" y="8913506"/>
            <a:ext cx="3571086" cy="3438472"/>
          </a:xfrm>
          <a:custGeom>
            <a:avLst/>
            <a:gdLst/>
            <a:ahLst/>
            <a:cxnLst/>
            <a:rect r="r" b="b" t="t" l="l"/>
            <a:pathLst>
              <a:path h="3438472" w="3571086">
                <a:moveTo>
                  <a:pt x="0" y="0"/>
                </a:moveTo>
                <a:lnTo>
                  <a:pt x="3571086" y="0"/>
                </a:lnTo>
                <a:lnTo>
                  <a:pt x="3571086" y="3438472"/>
                </a:lnTo>
                <a:lnTo>
                  <a:pt x="0" y="34384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48901" y="10287000"/>
            <a:ext cx="3968925" cy="2405983"/>
          </a:xfrm>
          <a:custGeom>
            <a:avLst/>
            <a:gdLst/>
            <a:ahLst/>
            <a:cxnLst/>
            <a:rect r="r" b="b" t="t" l="l"/>
            <a:pathLst>
              <a:path h="2405983" w="3968925">
                <a:moveTo>
                  <a:pt x="0" y="0"/>
                </a:moveTo>
                <a:lnTo>
                  <a:pt x="3968925" y="0"/>
                </a:lnTo>
                <a:lnTo>
                  <a:pt x="3968925" y="2405983"/>
                </a:lnTo>
                <a:lnTo>
                  <a:pt x="0" y="24059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9425014"/>
            <a:ext cx="2974326" cy="3267970"/>
          </a:xfrm>
          <a:custGeom>
            <a:avLst/>
            <a:gdLst/>
            <a:ahLst/>
            <a:cxnLst/>
            <a:rect r="r" b="b" t="t" l="l"/>
            <a:pathLst>
              <a:path h="3267970" w="2974326">
                <a:moveTo>
                  <a:pt x="0" y="0"/>
                </a:moveTo>
                <a:lnTo>
                  <a:pt x="2974326" y="0"/>
                </a:lnTo>
                <a:lnTo>
                  <a:pt x="2974326" y="3267969"/>
                </a:lnTo>
                <a:lnTo>
                  <a:pt x="0" y="3267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93714" y="6596194"/>
            <a:ext cx="3571086" cy="5673953"/>
          </a:xfrm>
          <a:custGeom>
            <a:avLst/>
            <a:gdLst/>
            <a:ahLst/>
            <a:cxnLst/>
            <a:rect r="r" b="b" t="t" l="l"/>
            <a:pathLst>
              <a:path h="5673953" w="3571086">
                <a:moveTo>
                  <a:pt x="0" y="0"/>
                </a:moveTo>
                <a:lnTo>
                  <a:pt x="3571085" y="0"/>
                </a:lnTo>
                <a:lnTo>
                  <a:pt x="3571085" y="5673953"/>
                </a:lnTo>
                <a:lnTo>
                  <a:pt x="0" y="56739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525362" y="2396511"/>
            <a:ext cx="3561613" cy="7890489"/>
          </a:xfrm>
          <a:custGeom>
            <a:avLst/>
            <a:gdLst/>
            <a:ahLst/>
            <a:cxnLst/>
            <a:rect r="r" b="b" t="t" l="l"/>
            <a:pathLst>
              <a:path h="7890489" w="3561613">
                <a:moveTo>
                  <a:pt x="0" y="0"/>
                </a:moveTo>
                <a:lnTo>
                  <a:pt x="3561613" y="0"/>
                </a:lnTo>
                <a:lnTo>
                  <a:pt x="3561613" y="7890489"/>
                </a:lnTo>
                <a:lnTo>
                  <a:pt x="0" y="78904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712399" y="4622519"/>
            <a:ext cx="805152" cy="1723972"/>
          </a:xfrm>
          <a:custGeom>
            <a:avLst/>
            <a:gdLst/>
            <a:ahLst/>
            <a:cxnLst/>
            <a:rect r="r" b="b" t="t" l="l"/>
            <a:pathLst>
              <a:path h="1723972" w="805152">
                <a:moveTo>
                  <a:pt x="0" y="0"/>
                </a:moveTo>
                <a:lnTo>
                  <a:pt x="805152" y="0"/>
                </a:lnTo>
                <a:lnTo>
                  <a:pt x="805152" y="1723973"/>
                </a:lnTo>
                <a:lnTo>
                  <a:pt x="0" y="17239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0">
            <a:off x="3792844" y="970815"/>
            <a:ext cx="3571086" cy="11499464"/>
          </a:xfrm>
          <a:custGeom>
            <a:avLst/>
            <a:gdLst/>
            <a:ahLst/>
            <a:cxnLst/>
            <a:rect r="r" b="b" t="t" l="l"/>
            <a:pathLst>
              <a:path h="11499464" w="3571086">
                <a:moveTo>
                  <a:pt x="3571086" y="11499464"/>
                </a:moveTo>
                <a:lnTo>
                  <a:pt x="0" y="11499464"/>
                </a:lnTo>
                <a:lnTo>
                  <a:pt x="0" y="0"/>
                </a:lnTo>
                <a:lnTo>
                  <a:pt x="3571086" y="0"/>
                </a:lnTo>
                <a:lnTo>
                  <a:pt x="3571086" y="11499464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87287" y="341006"/>
            <a:ext cx="805152" cy="861986"/>
          </a:xfrm>
          <a:custGeom>
            <a:avLst/>
            <a:gdLst/>
            <a:ahLst/>
            <a:cxnLst/>
            <a:rect r="r" b="b" t="t" l="l"/>
            <a:pathLst>
              <a:path h="861986" w="805152">
                <a:moveTo>
                  <a:pt x="0" y="0"/>
                </a:moveTo>
                <a:lnTo>
                  <a:pt x="805152" y="0"/>
                </a:lnTo>
                <a:lnTo>
                  <a:pt x="805152" y="861986"/>
                </a:lnTo>
                <a:lnTo>
                  <a:pt x="0" y="86198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95641" y="341006"/>
            <a:ext cx="1202992" cy="1373494"/>
          </a:xfrm>
          <a:custGeom>
            <a:avLst/>
            <a:gdLst/>
            <a:ahLst/>
            <a:cxnLst/>
            <a:rect r="r" b="b" t="t" l="l"/>
            <a:pathLst>
              <a:path h="1373494" w="1202992">
                <a:moveTo>
                  <a:pt x="0" y="0"/>
                </a:moveTo>
                <a:lnTo>
                  <a:pt x="1202992" y="0"/>
                </a:lnTo>
                <a:lnTo>
                  <a:pt x="1202992" y="1373494"/>
                </a:lnTo>
                <a:lnTo>
                  <a:pt x="0" y="13734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894561" y="341006"/>
            <a:ext cx="805152" cy="1032489"/>
          </a:xfrm>
          <a:custGeom>
            <a:avLst/>
            <a:gdLst/>
            <a:ahLst/>
            <a:cxnLst/>
            <a:rect r="r" b="b" t="t" l="l"/>
            <a:pathLst>
              <a:path h="1032489" w="805152">
                <a:moveTo>
                  <a:pt x="0" y="0"/>
                </a:moveTo>
                <a:lnTo>
                  <a:pt x="805152" y="0"/>
                </a:lnTo>
                <a:lnTo>
                  <a:pt x="805152" y="1032488"/>
                </a:lnTo>
                <a:lnTo>
                  <a:pt x="0" y="103248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31900" y="500567"/>
            <a:ext cx="5894713" cy="3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8"/>
              </a:lnSpc>
            </a:pPr>
            <a:r>
              <a:rPr lang="en-US" sz="2608" spc="338">
                <a:solidFill>
                  <a:srgbClr val="093969"/>
                </a:solidFill>
                <a:latin typeface="Lumberjack"/>
                <a:ea typeface="Lumberjack"/>
                <a:cs typeface="Lumberjack"/>
                <a:sym typeface="Lumberjack"/>
              </a:rPr>
              <a:t>SUNRISE INTERNATIONAL SCHOOL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6298" y="4037886"/>
            <a:ext cx="2138747" cy="704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6"/>
              </a:lnSpc>
            </a:pPr>
            <a:r>
              <a:rPr lang="en-US" b="true" sz="3500" spc="1049">
                <a:solidFill>
                  <a:srgbClr val="0939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HAPPY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9914" y="4839759"/>
            <a:ext cx="4242686" cy="175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35"/>
              </a:lnSpc>
            </a:pPr>
            <a:r>
              <a:rPr lang="en-US" sz="13135" b="true">
                <a:solidFill>
                  <a:srgbClr val="093969"/>
                </a:solidFill>
                <a:latin typeface="Imbue 72pt Medium"/>
                <a:ea typeface="Imbue 72pt Medium"/>
                <a:cs typeface="Imbue 72pt Medium"/>
                <a:sym typeface="Imbue 72pt Medium"/>
              </a:rPr>
              <a:t>Navratri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88367" y="6507522"/>
            <a:ext cx="4167845" cy="530453"/>
          </a:xfrm>
          <a:custGeom>
            <a:avLst/>
            <a:gdLst/>
            <a:ahLst/>
            <a:cxnLst/>
            <a:rect r="r" b="b" t="t" l="l"/>
            <a:pathLst>
              <a:path h="530453" w="4167845">
                <a:moveTo>
                  <a:pt x="0" y="0"/>
                </a:moveTo>
                <a:lnTo>
                  <a:pt x="4167846" y="0"/>
                </a:lnTo>
                <a:lnTo>
                  <a:pt x="4167846" y="530453"/>
                </a:lnTo>
                <a:lnTo>
                  <a:pt x="0" y="53045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51528" y="7199093"/>
            <a:ext cx="3615680" cy="175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sz="2172" spc="64" b="true">
                <a:solidFill>
                  <a:srgbClr val="0939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Let’s welcome Maa Durga into our lives with faith, love, and devotion</a:t>
            </a:r>
          </a:p>
          <a:p>
            <a:pPr algn="l">
              <a:lnSpc>
                <a:spcPts val="3584"/>
              </a:lnSpc>
            </a:pPr>
            <a:r>
              <a:rPr lang="en-US" sz="2172" spc="64" b="true">
                <a:solidFill>
                  <a:srgbClr val="0939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Navratri.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0" y="12513008"/>
            <a:ext cx="10287000" cy="1202992"/>
          </a:xfrm>
          <a:custGeom>
            <a:avLst/>
            <a:gdLst/>
            <a:ahLst/>
            <a:cxnLst/>
            <a:rect r="r" b="b" t="t" l="l"/>
            <a:pathLst>
              <a:path h="1202992" w="10287000">
                <a:moveTo>
                  <a:pt x="0" y="0"/>
                </a:moveTo>
                <a:lnTo>
                  <a:pt x="10287000" y="0"/>
                </a:lnTo>
                <a:lnTo>
                  <a:pt x="10287000" y="1202992"/>
                </a:lnTo>
                <a:lnTo>
                  <a:pt x="0" y="120299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51615" y="12954510"/>
            <a:ext cx="3606997" cy="39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b="true" sz="1967" spc="9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[WEBSITE]   |   [CONTACT]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730787" y="12854014"/>
            <a:ext cx="3968925" cy="691483"/>
          </a:xfrm>
          <a:custGeom>
            <a:avLst/>
            <a:gdLst/>
            <a:ahLst/>
            <a:cxnLst/>
            <a:rect r="r" b="b" t="t" l="l"/>
            <a:pathLst>
              <a:path h="691483" w="3968925">
                <a:moveTo>
                  <a:pt x="0" y="0"/>
                </a:moveTo>
                <a:lnTo>
                  <a:pt x="3968926" y="0"/>
                </a:lnTo>
                <a:lnTo>
                  <a:pt x="3968926" y="691483"/>
                </a:lnTo>
                <a:lnTo>
                  <a:pt x="0" y="69148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223959" y="12954510"/>
            <a:ext cx="2999459" cy="39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</a:pPr>
            <a:r>
              <a:rPr lang="en-US" b="true" sz="1967" spc="97">
                <a:solidFill>
                  <a:srgbClr val="09396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TOLL-FREE: [NUMBER]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6907" y="1214192"/>
            <a:ext cx="1078891" cy="148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0"/>
              </a:lnSpc>
            </a:pPr>
            <a:r>
              <a:rPr lang="en-US" sz="1160" spc="57">
                <a:solidFill>
                  <a:srgbClr val="093969"/>
                </a:solidFill>
                <a:latin typeface="Lumberjack"/>
                <a:ea typeface="Lumberjack"/>
                <a:cs typeface="Lumberjack"/>
                <a:sym typeface="Lumberjack"/>
              </a:rPr>
              <a:t>ACCREDITATION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1665" y="1374927"/>
            <a:ext cx="749374" cy="148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0"/>
              </a:lnSpc>
            </a:pPr>
            <a:r>
              <a:rPr lang="en-US" sz="1160" spc="57">
                <a:solidFill>
                  <a:srgbClr val="093969"/>
                </a:solidFill>
                <a:latin typeface="Lumberjack"/>
                <a:ea typeface="Lumberjack"/>
                <a:cs typeface="Lumberjack"/>
                <a:sym typeface="Lumberjack"/>
              </a:rPr>
              <a:t>LOGO HERE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73639" y="1285335"/>
            <a:ext cx="664858" cy="19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7"/>
              </a:lnSpc>
            </a:pPr>
            <a:r>
              <a:rPr lang="en-US" sz="1437" spc="71">
                <a:solidFill>
                  <a:srgbClr val="093969"/>
                </a:solidFill>
                <a:latin typeface="Lumberjack"/>
                <a:ea typeface="Lumberjack"/>
                <a:cs typeface="Lumberjack"/>
                <a:sym typeface="Lumberjack"/>
              </a:rPr>
              <a:t>SCHOOL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70332" y="1466329"/>
            <a:ext cx="671472" cy="12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"/>
              </a:lnSpc>
            </a:pPr>
            <a:r>
              <a:rPr lang="en-US" sz="1001" spc="49">
                <a:solidFill>
                  <a:srgbClr val="093969"/>
                </a:solidFill>
                <a:latin typeface="Lumberjack"/>
                <a:ea typeface="Lumberjack"/>
                <a:cs typeface="Lumberjack"/>
                <a:sym typeface="Lumberjack"/>
              </a:rPr>
              <a:t>LOGO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DAHYtPpHK2s</dc:identifier>
  <dcterms:modified xsi:type="dcterms:W3CDTF">2011-08-01T06:04:30Z</dcterms:modified>
  <cp:revision>1</cp:revision>
  <dc:title>Navratri school Instagram poster</dc:title>
</cp:coreProperties>
</file>