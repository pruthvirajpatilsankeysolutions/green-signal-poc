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287000" cy="12852400"/>
  <p:notesSz cx="6858000" cy="9144000"/>
  <p:embeddedFontLst>
    <p:embeddedFont>
      <p:font typeface="Hello Paris" panose="020B0604020202020204" charset="0"/>
      <p:regular r:id="rId3"/>
    </p:embeddedFont>
    <p:embeddedFont>
      <p:font typeface="Cinzel" panose="020B0604020202020204" charset="0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nva Sans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23T05:16:12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4" d="100"/>
          <a:sy n="34" d="100"/>
        </p:scale>
        <p:origin x="210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111" r="-6111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63436" y="6776235"/>
            <a:ext cx="1882396" cy="2128963"/>
            <a:chOff x="0" y="0"/>
            <a:chExt cx="552083" cy="6243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2083" cy="624398"/>
            </a:xfrm>
            <a:custGeom>
              <a:avLst/>
              <a:gdLst/>
              <a:ahLst/>
              <a:cxnLst/>
              <a:rect l="l" t="t" r="r" b="b"/>
              <a:pathLst>
                <a:path w="552083" h="624398">
                  <a:moveTo>
                    <a:pt x="0" y="0"/>
                  </a:moveTo>
                  <a:lnTo>
                    <a:pt x="552083" y="0"/>
                  </a:lnTo>
                  <a:lnTo>
                    <a:pt x="552083" y="624398"/>
                  </a:lnTo>
                  <a:lnTo>
                    <a:pt x="0" y="624398"/>
                  </a:lnTo>
                  <a:close/>
                </a:path>
              </a:pathLst>
            </a:custGeom>
            <a:solidFill>
              <a:srgbClr val="3D0000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552083" cy="586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287201" flipH="1">
            <a:off x="1593962" y="9930802"/>
            <a:ext cx="7183853" cy="1742084"/>
          </a:xfrm>
          <a:custGeom>
            <a:avLst/>
            <a:gdLst/>
            <a:ahLst/>
            <a:cxnLst/>
            <a:rect l="l" t="t" r="r" b="b"/>
            <a:pathLst>
              <a:path w="7183853" h="1742084">
                <a:moveTo>
                  <a:pt x="7183853" y="0"/>
                </a:moveTo>
                <a:lnTo>
                  <a:pt x="0" y="0"/>
                </a:lnTo>
                <a:lnTo>
                  <a:pt x="0" y="1742084"/>
                </a:lnTo>
                <a:lnTo>
                  <a:pt x="7183853" y="1742084"/>
                </a:lnTo>
                <a:lnTo>
                  <a:pt x="7183853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136702" flipH="1" flipV="1">
            <a:off x="1798813" y="7087523"/>
            <a:ext cx="6909640" cy="3602717"/>
          </a:xfrm>
          <a:custGeom>
            <a:avLst/>
            <a:gdLst/>
            <a:ahLst/>
            <a:cxnLst/>
            <a:rect l="l" t="t" r="r" b="b"/>
            <a:pathLst>
              <a:path w="6909640" h="3602717">
                <a:moveTo>
                  <a:pt x="6909640" y="3602716"/>
                </a:moveTo>
                <a:lnTo>
                  <a:pt x="0" y="3602716"/>
                </a:lnTo>
                <a:lnTo>
                  <a:pt x="0" y="0"/>
                </a:lnTo>
                <a:lnTo>
                  <a:pt x="6909640" y="0"/>
                </a:lnTo>
                <a:lnTo>
                  <a:pt x="6909640" y="3602716"/>
                </a:lnTo>
                <a:close/>
              </a:path>
            </a:pathLst>
          </a:custGeom>
          <a:blipFill>
            <a:blip r:embed="rId4"/>
            <a:stretch>
              <a:fillRect l="-22254" t="-32483" r="-37824" b="-4289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445832" y="3135274"/>
            <a:ext cx="5395336" cy="1771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8"/>
              </a:lnSpc>
            </a:pPr>
            <a:r>
              <a:rPr lang="en-US" sz="8512">
                <a:solidFill>
                  <a:srgbClr val="FFFFFF"/>
                </a:solidFill>
                <a:latin typeface="Hello Paris"/>
                <a:ea typeface="Hello Paris"/>
                <a:cs typeface="Hello Paris"/>
                <a:sym typeface="Hello Paris"/>
              </a:rPr>
              <a:t>DUSSEHRA SALE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3044" y="4850078"/>
            <a:ext cx="4600912" cy="487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71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Shine brighter this Dussehra with our exclusive festive jewelry collection!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0405" y="7182684"/>
            <a:ext cx="1568458" cy="109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30"/>
              </a:lnSpc>
            </a:pPr>
            <a:r>
              <a:rPr lang="en-US" sz="5676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50%</a:t>
            </a:r>
          </a:p>
          <a:p>
            <a:pPr algn="ctr">
              <a:lnSpc>
                <a:spcPts val="4030"/>
              </a:lnSpc>
            </a:pPr>
            <a:r>
              <a:rPr lang="en-US" sz="5676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off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405" y="8228921"/>
            <a:ext cx="1568458" cy="485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5"/>
              </a:lnSpc>
            </a:pPr>
            <a:r>
              <a:rPr lang="en-US" sz="186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 Making Charges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71179" y="11719034"/>
            <a:ext cx="5744641" cy="341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123 Anywhere St., Any City, ST 12345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72745" y="11349163"/>
            <a:ext cx="2941511" cy="341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</a:pPr>
            <a:r>
              <a:rPr lang="en-US" sz="193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Hello Paris</vt:lpstr>
      <vt:lpstr>Cinzel</vt:lpstr>
      <vt:lpstr>Calibri</vt:lpstr>
      <vt:lpstr>Arial</vt:lpstr>
      <vt:lpstr>Canva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Maroon Luxurious Jewellery Sale Instagram Post</dc:title>
  <cp:lastModifiedBy>Sankey Solutions</cp:lastModifiedBy>
  <cp:revision>5</cp:revision>
  <dcterms:created xsi:type="dcterms:W3CDTF">2006-08-16T00:00:00Z</dcterms:created>
  <dcterms:modified xsi:type="dcterms:W3CDTF">2026-10-23T05:17:16Z</dcterms:modified>
  <dc:identifier>DAHYzQuP8Hk</dc:identifier>
</cp:coreProperties>
</file>