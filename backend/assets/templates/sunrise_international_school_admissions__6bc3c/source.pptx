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Muli Bold" charset="1" panose="00000800000000000000"/>
      <p:regular r:id="rId7"/>
    </p:embeddedFont>
    <p:embeddedFont>
      <p:font typeface="Barlow Condensed Semi-Bold" charset="1" panose="00000706000000000000"/>
      <p:regular r:id="rId8"/>
    </p:embeddedFont>
    <p:embeddedFont>
      <p:font typeface="Barlow SemiCondensed Semi-Bold" charset="1" panose="00000706000000000000"/>
      <p:regular r:id="rId9"/>
    </p:embeddedFont>
    <p:embeddedFont>
      <p:font typeface="Roboto Bold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9931" y="475794"/>
            <a:ext cx="1287926" cy="976199"/>
          </a:xfrm>
          <a:custGeom>
            <a:avLst/>
            <a:gdLst/>
            <a:ahLst/>
            <a:cxnLst/>
            <a:rect r="r" b="b" t="t" l="l"/>
            <a:pathLst>
              <a:path h="976199" w="1287926">
                <a:moveTo>
                  <a:pt x="0" y="0"/>
                </a:moveTo>
                <a:lnTo>
                  <a:pt x="1287925" y="0"/>
                </a:lnTo>
                <a:lnTo>
                  <a:pt x="1287925" y="976199"/>
                </a:lnTo>
                <a:lnTo>
                  <a:pt x="0" y="97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0792" y="568328"/>
            <a:ext cx="2185011" cy="61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sz="4635" spc="45" b="true">
                <a:solidFill>
                  <a:srgbClr val="051838"/>
                </a:solidFill>
                <a:latin typeface="Muli Bold"/>
                <a:ea typeface="Muli Bold"/>
                <a:cs typeface="Muli Bold"/>
                <a:sym typeface="Muli Bold"/>
              </a:rPr>
              <a:t>Sunrise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1118" y="1152963"/>
            <a:ext cx="2152383" cy="22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782" spc="-17" b="true">
                <a:solidFill>
                  <a:srgbClr val="051838"/>
                </a:solidFill>
                <a:latin typeface="Muli Bold"/>
                <a:ea typeface="Muli Bold"/>
                <a:cs typeface="Muli Bold"/>
                <a:sym typeface="Muli Bold"/>
              </a:rPr>
              <a:t>International School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15077" y="319931"/>
            <a:ext cx="1451993" cy="1287926"/>
          </a:xfrm>
          <a:custGeom>
            <a:avLst/>
            <a:gdLst/>
            <a:ahLst/>
            <a:cxnLst/>
            <a:rect r="r" b="b" t="t" l="l"/>
            <a:pathLst>
              <a:path h="1287926" w="1451993">
                <a:moveTo>
                  <a:pt x="0" y="0"/>
                </a:moveTo>
                <a:lnTo>
                  <a:pt x="1451992" y="0"/>
                </a:lnTo>
                <a:lnTo>
                  <a:pt x="1451992" y="1287925"/>
                </a:lnTo>
                <a:lnTo>
                  <a:pt x="0" y="1287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47081" y="319931"/>
            <a:ext cx="1460196" cy="1287926"/>
          </a:xfrm>
          <a:custGeom>
            <a:avLst/>
            <a:gdLst/>
            <a:ahLst/>
            <a:cxnLst/>
            <a:rect r="r" b="b" t="t" l="l"/>
            <a:pathLst>
              <a:path h="1287926" w="1460196">
                <a:moveTo>
                  <a:pt x="0" y="0"/>
                </a:moveTo>
                <a:lnTo>
                  <a:pt x="1460197" y="0"/>
                </a:lnTo>
                <a:lnTo>
                  <a:pt x="1460197" y="1287925"/>
                </a:lnTo>
                <a:lnTo>
                  <a:pt x="0" y="1287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3298" y="1818411"/>
            <a:ext cx="5411157" cy="135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6"/>
              </a:lnSpc>
            </a:pPr>
            <a:r>
              <a:rPr lang="en-US" b="true" sz="10166" spc="-99">
                <a:solidFill>
                  <a:srgbClr val="051838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ADMISSIONS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253" y="2933505"/>
            <a:ext cx="2415693" cy="135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6"/>
              </a:lnSpc>
            </a:pPr>
            <a:r>
              <a:rPr lang="en-US" b="true" sz="10166" spc="-99">
                <a:solidFill>
                  <a:srgbClr val="051838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OPEN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285" y="4093807"/>
            <a:ext cx="3712440" cy="135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6"/>
              </a:lnSpc>
            </a:pPr>
            <a:r>
              <a:rPr lang="en-US" b="true" sz="10166" spc="-99">
                <a:solidFill>
                  <a:srgbClr val="051838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2027-28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75794" y="5463431"/>
            <a:ext cx="1296129" cy="164067"/>
          </a:xfrm>
          <a:custGeom>
            <a:avLst/>
            <a:gdLst/>
            <a:ahLst/>
            <a:cxnLst/>
            <a:rect r="r" b="b" t="t" l="l"/>
            <a:pathLst>
              <a:path h="164067" w="1296129">
                <a:moveTo>
                  <a:pt x="0" y="0"/>
                </a:moveTo>
                <a:lnTo>
                  <a:pt x="1296129" y="0"/>
                </a:lnTo>
                <a:lnTo>
                  <a:pt x="1296129" y="164067"/>
                </a:lnTo>
                <a:lnTo>
                  <a:pt x="0" y="164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037" y="5847914"/>
            <a:ext cx="3737234" cy="53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4086" spc="-39" b="true">
                <a:solidFill>
                  <a:srgbClr val="07989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Classes 1st to 10th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75794" y="6743153"/>
            <a:ext cx="3223916" cy="1140266"/>
          </a:xfrm>
          <a:custGeom>
            <a:avLst/>
            <a:gdLst/>
            <a:ahLst/>
            <a:cxnLst/>
            <a:rect r="r" b="b" t="t" l="l"/>
            <a:pathLst>
              <a:path h="1140266" w="3223916">
                <a:moveTo>
                  <a:pt x="0" y="0"/>
                </a:moveTo>
                <a:lnTo>
                  <a:pt x="3223917" y="0"/>
                </a:lnTo>
                <a:lnTo>
                  <a:pt x="3223917" y="1140266"/>
                </a:lnTo>
                <a:lnTo>
                  <a:pt x="0" y="1140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9421" y="7136030"/>
            <a:ext cx="2281449" cy="43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3124" spc="-30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Enquire Now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75794" y="8195146"/>
            <a:ext cx="1132062" cy="1132062"/>
          </a:xfrm>
          <a:custGeom>
            <a:avLst/>
            <a:gdLst/>
            <a:ahLst/>
            <a:cxnLst/>
            <a:rect r="r" b="b" t="t" l="l"/>
            <a:pathLst>
              <a:path h="1132062" w="1132062">
                <a:moveTo>
                  <a:pt x="0" y="0"/>
                </a:moveTo>
                <a:lnTo>
                  <a:pt x="1132062" y="0"/>
                </a:lnTo>
                <a:lnTo>
                  <a:pt x="1132062" y="1132062"/>
                </a:lnTo>
                <a:lnTo>
                  <a:pt x="0" y="1132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9792" y="8195146"/>
            <a:ext cx="3707914" cy="2091854"/>
          </a:xfrm>
          <a:custGeom>
            <a:avLst/>
            <a:gdLst/>
            <a:ahLst/>
            <a:cxnLst/>
            <a:rect r="r" b="b" t="t" l="l"/>
            <a:pathLst>
              <a:path h="2091854" w="3707914">
                <a:moveTo>
                  <a:pt x="0" y="0"/>
                </a:moveTo>
                <a:lnTo>
                  <a:pt x="3707914" y="0"/>
                </a:lnTo>
                <a:lnTo>
                  <a:pt x="3707914" y="2091854"/>
                </a:lnTo>
                <a:lnTo>
                  <a:pt x="0" y="20918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339572" y="1763720"/>
            <a:ext cx="5947428" cy="8523280"/>
          </a:xfrm>
          <a:custGeom>
            <a:avLst/>
            <a:gdLst/>
            <a:ahLst/>
            <a:cxnLst/>
            <a:rect r="r" b="b" t="t" l="l"/>
            <a:pathLst>
              <a:path h="8523280" w="5947428">
                <a:moveTo>
                  <a:pt x="0" y="0"/>
                </a:moveTo>
                <a:lnTo>
                  <a:pt x="5947428" y="0"/>
                </a:lnTo>
                <a:lnTo>
                  <a:pt x="5947428" y="8523280"/>
                </a:lnTo>
                <a:lnTo>
                  <a:pt x="0" y="8523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339572" y="2403581"/>
            <a:ext cx="5947428" cy="7883419"/>
          </a:xfrm>
          <a:custGeom>
            <a:avLst/>
            <a:gdLst/>
            <a:ahLst/>
            <a:cxnLst/>
            <a:rect r="r" b="b" t="t" l="l"/>
            <a:pathLst>
              <a:path h="7883419" w="5947428">
                <a:moveTo>
                  <a:pt x="0" y="0"/>
                </a:moveTo>
                <a:lnTo>
                  <a:pt x="5947428" y="0"/>
                </a:lnTo>
                <a:lnTo>
                  <a:pt x="5947428" y="7883419"/>
                </a:lnTo>
                <a:lnTo>
                  <a:pt x="0" y="78834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DAHYtAFWdrU</dc:identifier>
  <dcterms:modified xsi:type="dcterms:W3CDTF">2011-08-01T06:04:30Z</dcterms:modified>
  <cp:revision>1</cp:revision>
  <dc:title>Sunrise International School admissions post</dc:title>
</cp:coreProperties>
</file>