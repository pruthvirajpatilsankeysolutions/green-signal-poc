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4762500" cy="4762500"/>
  <p:notesSz cx="6858000" cy="9144000"/>
  <p:embeddedFontLst>
    <p:embeddedFont>
      <p:font typeface="Garet" charset="1" panose="00000000000000000000"/>
      <p:regular r:id="rId7"/>
    </p:embeddedFont>
    <p:embeddedFont>
      <p:font typeface="The Seasons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8EAEB">
                <a:alpha val="100000"/>
              </a:srgbClr>
            </a:gs>
            <a:gs pos="100000">
              <a:srgbClr val="87888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6167" y="656167"/>
            <a:ext cx="3450167" cy="3450167"/>
          </a:xfrm>
          <a:custGeom>
            <a:avLst/>
            <a:gdLst/>
            <a:ahLst/>
            <a:cxnLst/>
            <a:rect r="r" b="b" t="t" l="l"/>
            <a:pathLst>
              <a:path h="3450167" w="3450167">
                <a:moveTo>
                  <a:pt x="0" y="0"/>
                </a:moveTo>
                <a:lnTo>
                  <a:pt x="3450166" y="0"/>
                </a:lnTo>
                <a:lnTo>
                  <a:pt x="3450166" y="3450166"/>
                </a:lnTo>
                <a:lnTo>
                  <a:pt x="0" y="345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401" y="1523144"/>
            <a:ext cx="1927698" cy="2175118"/>
          </a:xfrm>
          <a:custGeom>
            <a:avLst/>
            <a:gdLst/>
            <a:ahLst/>
            <a:cxnLst/>
            <a:rect r="r" b="b" t="t" l="l"/>
            <a:pathLst>
              <a:path h="2175118" w="1927698">
                <a:moveTo>
                  <a:pt x="0" y="0"/>
                </a:moveTo>
                <a:lnTo>
                  <a:pt x="1927698" y="0"/>
                </a:lnTo>
                <a:lnTo>
                  <a:pt x="1927698" y="2175118"/>
                </a:lnTo>
                <a:lnTo>
                  <a:pt x="0" y="21751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228283" y="3966986"/>
            <a:ext cx="1057967" cy="318147"/>
            <a:chOff x="0" y="0"/>
            <a:chExt cx="601866" cy="1809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866" cy="180990"/>
            </a:xfrm>
            <a:custGeom>
              <a:avLst/>
              <a:gdLst/>
              <a:ahLst/>
              <a:cxnLst/>
              <a:rect r="r" b="b" t="t" l="l"/>
              <a:pathLst>
                <a:path h="180990" w="601866">
                  <a:moveTo>
                    <a:pt x="90495" y="0"/>
                  </a:moveTo>
                  <a:lnTo>
                    <a:pt x="511371" y="0"/>
                  </a:lnTo>
                  <a:cubicBezTo>
                    <a:pt x="535371" y="0"/>
                    <a:pt x="558389" y="9534"/>
                    <a:pt x="575360" y="26505"/>
                  </a:cubicBezTo>
                  <a:cubicBezTo>
                    <a:pt x="592331" y="43477"/>
                    <a:pt x="601866" y="66494"/>
                    <a:pt x="601866" y="90495"/>
                  </a:cubicBezTo>
                  <a:lnTo>
                    <a:pt x="601866" y="90495"/>
                  </a:lnTo>
                  <a:cubicBezTo>
                    <a:pt x="601866" y="114496"/>
                    <a:pt x="592331" y="137514"/>
                    <a:pt x="575360" y="154485"/>
                  </a:cubicBezTo>
                  <a:cubicBezTo>
                    <a:pt x="558389" y="171456"/>
                    <a:pt x="535371" y="180990"/>
                    <a:pt x="511371" y="180990"/>
                  </a:cubicBezTo>
                  <a:lnTo>
                    <a:pt x="90495" y="180990"/>
                  </a:lnTo>
                  <a:cubicBezTo>
                    <a:pt x="66494" y="180990"/>
                    <a:pt x="43477" y="171456"/>
                    <a:pt x="26505" y="154485"/>
                  </a:cubicBezTo>
                  <a:cubicBezTo>
                    <a:pt x="9534" y="137514"/>
                    <a:pt x="0" y="114496"/>
                    <a:pt x="0" y="90495"/>
                  </a:cubicBezTo>
                  <a:lnTo>
                    <a:pt x="0" y="90495"/>
                  </a:lnTo>
                  <a:cubicBezTo>
                    <a:pt x="0" y="66494"/>
                    <a:pt x="9534" y="43477"/>
                    <a:pt x="26505" y="26505"/>
                  </a:cubicBezTo>
                  <a:cubicBezTo>
                    <a:pt x="43477" y="9534"/>
                    <a:pt x="66494" y="0"/>
                    <a:pt x="90495" y="0"/>
                  </a:cubicBezTo>
                  <a:close/>
                </a:path>
              </a:pathLst>
            </a:custGeom>
            <a:ln w="9525" cap="rnd">
              <a:solidFill>
                <a:srgbClr val="1C1D1D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601866" cy="200040"/>
            </a:xfrm>
            <a:prstGeom prst="rect">
              <a:avLst/>
            </a:prstGeom>
          </p:spPr>
          <p:txBody>
            <a:bodyPr anchor="ctr" rtlCol="false" tIns="23519" lIns="23519" bIns="23519" rIns="23519"/>
            <a:lstStyle/>
            <a:p>
              <a:pPr algn="ctr">
                <a:lnSpc>
                  <a:spcPts val="1361"/>
                </a:lnSpc>
              </a:pPr>
              <a:r>
                <a:rPr lang="en-US" sz="972">
                  <a:solidFill>
                    <a:srgbClr val="1C1D1D"/>
                  </a:solidFill>
                  <a:latin typeface="Garet"/>
                  <a:ea typeface="Garet"/>
                  <a:cs typeface="Garet"/>
                  <a:sym typeface="Garet"/>
                </a:rPr>
                <a:t>Shop Now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46089" y="381000"/>
            <a:ext cx="2870321" cy="71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3"/>
              </a:lnSpc>
            </a:pPr>
            <a:r>
              <a:rPr lang="en-US" sz="4074">
                <a:solidFill>
                  <a:srgbClr val="1C1D1D"/>
                </a:solidFill>
                <a:latin typeface="The Seasons"/>
                <a:ea typeface="The Seasons"/>
                <a:cs typeface="The Seasons"/>
                <a:sym typeface="The Seasons"/>
              </a:rPr>
              <a:t>SILVA RING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6250" y="3947936"/>
            <a:ext cx="1552043" cy="33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1"/>
              </a:lnSpc>
            </a:pPr>
            <a:r>
              <a:rPr lang="en-US" sz="97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Available in online and offline store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1721" y="1060509"/>
            <a:ext cx="2019059" cy="23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US" sz="1296" spc="259">
                <a:solidFill>
                  <a:srgbClr val="1C1D1D"/>
                </a:solidFill>
                <a:latin typeface="The Seasons"/>
                <a:ea typeface="The Seasons"/>
                <a:cs typeface="The Seasons"/>
                <a:sym typeface="The Seasons"/>
              </a:rPr>
              <a:t>PREMIUM JEWELRY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DAHYurBzp-E</dc:identifier>
  <dcterms:modified xsi:type="dcterms:W3CDTF">2011-08-01T06:04:30Z</dcterms:modified>
  <cp:revision>1</cp:revision>
  <dc:title>Available in online and offline store</dc:title>
</cp:coreProperties>
</file>