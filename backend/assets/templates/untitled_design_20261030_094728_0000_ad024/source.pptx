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1849100" cy="14630400"/>
  <p:notesSz cx="6858000" cy="9144000"/>
  <p:embeddedFontLst>
    <p:embeddedFont>
      <p:font typeface="Poppins Light" charset="1" panose="00000400000000000000"/>
      <p:regular r:id="rId7"/>
    </p:embeddedFont>
    <p:embeddedFont>
      <p:font typeface="Poppins Medium" charset="1" panose="00000600000000000000"/>
      <p:regular r:id="rId8"/>
    </p:embeddedFont>
    <p:embeddedFont>
      <p:font typeface="Shree Devanagari 6061" charset="1" panose="020006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849100" cy="14630400"/>
          </a:xfrm>
          <a:custGeom>
            <a:avLst/>
            <a:gdLst/>
            <a:ahLst/>
            <a:cxnLst/>
            <a:rect r="r" b="b" t="t" l="l"/>
            <a:pathLst>
              <a:path h="14630400" w="11849100">
                <a:moveTo>
                  <a:pt x="0" y="0"/>
                </a:moveTo>
                <a:lnTo>
                  <a:pt x="11849100" y="0"/>
                </a:lnTo>
                <a:lnTo>
                  <a:pt x="11849100" y="14630400"/>
                </a:lnTo>
                <a:lnTo>
                  <a:pt x="0" y="14630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1849100" cy="12573000"/>
          </a:xfrm>
          <a:custGeom>
            <a:avLst/>
            <a:gdLst/>
            <a:ahLst/>
            <a:cxnLst/>
            <a:rect r="r" b="b" t="t" l="l"/>
            <a:pathLst>
              <a:path h="12573000" w="11849100">
                <a:moveTo>
                  <a:pt x="0" y="0"/>
                </a:moveTo>
                <a:lnTo>
                  <a:pt x="11849100" y="0"/>
                </a:lnTo>
                <a:lnTo>
                  <a:pt x="11849100" y="12573000"/>
                </a:lnTo>
                <a:lnTo>
                  <a:pt x="0" y="12573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95400" y="4114800"/>
            <a:ext cx="6115050" cy="8458200"/>
          </a:xfrm>
          <a:custGeom>
            <a:avLst/>
            <a:gdLst/>
            <a:ahLst/>
            <a:cxnLst/>
            <a:rect r="r" b="b" t="t" l="l"/>
            <a:pathLst>
              <a:path h="8458200" w="6115050">
                <a:moveTo>
                  <a:pt x="0" y="0"/>
                </a:moveTo>
                <a:lnTo>
                  <a:pt x="6115050" y="0"/>
                </a:lnTo>
                <a:lnTo>
                  <a:pt x="6115050" y="8458200"/>
                </a:lnTo>
                <a:lnTo>
                  <a:pt x="0" y="8458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76724" y="1152524"/>
            <a:ext cx="3196340" cy="2562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2"/>
              </a:lnSpc>
            </a:pPr>
            <a:r>
              <a:rPr lang="en-US" sz="4176">
                <a:solidFill>
                  <a:srgbClr val="1A436F"/>
                </a:solidFill>
                <a:latin typeface="Poppins Light"/>
                <a:ea typeface="Poppins Light"/>
                <a:cs typeface="Poppins Light"/>
                <a:sym typeface="Poppins Light"/>
              </a:rPr>
              <a:t>गणपती </a:t>
            </a:r>
          </a:p>
          <a:p>
            <a:pPr algn="l">
              <a:lnSpc>
                <a:spcPts val="5012"/>
              </a:lnSpc>
            </a:pPr>
            <a:r>
              <a:rPr lang="en-US" sz="4176">
                <a:solidFill>
                  <a:srgbClr val="1A436F"/>
                </a:solidFill>
                <a:latin typeface="Poppins Light"/>
                <a:ea typeface="Poppins Light"/>
                <a:cs typeface="Poppins Light"/>
                <a:sym typeface="Poppins Light"/>
              </a:rPr>
              <a:t>बाप्पा मोरया, </a:t>
            </a:r>
          </a:p>
          <a:p>
            <a:pPr algn="l">
              <a:lnSpc>
                <a:spcPts val="5012"/>
              </a:lnSpc>
            </a:pPr>
            <a:r>
              <a:rPr lang="en-US" sz="4176" b="true">
                <a:solidFill>
                  <a:srgbClr val="1A436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पुढच्या वर्षी </a:t>
            </a:r>
          </a:p>
          <a:p>
            <a:pPr algn="l">
              <a:lnSpc>
                <a:spcPts val="5012"/>
              </a:lnSpc>
            </a:pPr>
            <a:r>
              <a:rPr lang="en-US" sz="4176" b="true">
                <a:solidFill>
                  <a:srgbClr val="1A436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लवकर या..!!!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32385" y="1055370"/>
            <a:ext cx="5933735" cy="2864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62"/>
              </a:lnSpc>
            </a:pPr>
            <a:r>
              <a:rPr lang="en-US" sz="13950">
                <a:gradFill>
                  <a:gsLst>
                    <a:gs pos="0">
                      <a:srgbClr val="60539F">
                        <a:alpha val="100000"/>
                      </a:srgbClr>
                    </a:gs>
                    <a:gs pos="33325">
                      <a:srgbClr val="1882C2">
                        <a:alpha val="100000"/>
                      </a:srgbClr>
                    </a:gs>
                    <a:gs pos="66675">
                      <a:srgbClr val="F01D65">
                        <a:alpha val="100000"/>
                      </a:srgbClr>
                    </a:gs>
                    <a:gs pos="100000">
                      <a:srgbClr val="E09F22">
                        <a:alpha val="100000"/>
                      </a:srgbClr>
                    </a:gs>
                  </a:gsLst>
                  <a:lin ang="16200000"/>
                </a:gradFill>
                <a:latin typeface="Shree Devanagari 6061"/>
                <a:ea typeface="Shree Devanagari 6061"/>
                <a:cs typeface="Shree Devanagari 6061"/>
                <a:sym typeface="Shree Devanagari 6061"/>
              </a:rPr>
              <a:t>अन्नंत </a:t>
            </a:r>
          </a:p>
          <a:p>
            <a:pPr algn="l">
              <a:lnSpc>
                <a:spcPts val="10462"/>
              </a:lnSpc>
            </a:pPr>
            <a:r>
              <a:rPr lang="en-US" sz="13950">
                <a:gradFill>
                  <a:gsLst>
                    <a:gs pos="0">
                      <a:srgbClr val="60539F">
                        <a:alpha val="100000"/>
                      </a:srgbClr>
                    </a:gs>
                    <a:gs pos="33325">
                      <a:srgbClr val="1882C2">
                        <a:alpha val="100000"/>
                      </a:srgbClr>
                    </a:gs>
                    <a:gs pos="66675">
                      <a:srgbClr val="F01D65">
                        <a:alpha val="100000"/>
                      </a:srgbClr>
                    </a:gs>
                    <a:gs pos="100000">
                      <a:srgbClr val="E09F22">
                        <a:alpha val="100000"/>
                      </a:srgbClr>
                    </a:gs>
                  </a:gsLst>
                  <a:lin ang="16200000"/>
                </a:gradFill>
                <a:latin typeface="Shree Devanagari 6061"/>
                <a:ea typeface="Shree Devanagari 6061"/>
                <a:cs typeface="Shree Devanagari 6061"/>
                <a:sym typeface="Shree Devanagari 6061"/>
              </a:rPr>
              <a:t>  चतुर्दशी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66638" y="4255293"/>
            <a:ext cx="3793126" cy="1466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79"/>
              </a:lnSpc>
            </a:pPr>
            <a:r>
              <a:rPr lang="en-US" sz="9564">
                <a:gradFill>
                  <a:gsLst>
                    <a:gs pos="0">
                      <a:srgbClr val="E21F71">
                        <a:alpha val="100000"/>
                      </a:srgbClr>
                    </a:gs>
                    <a:gs pos="100000">
                      <a:srgbClr val="E97F32">
                        <a:alpha val="100000"/>
                      </a:srgbClr>
                    </a:gs>
                  </a:gsLst>
                  <a:lin ang="16200000"/>
                </a:gradFill>
                <a:latin typeface="Shree Devanagari 6061"/>
                <a:ea typeface="Shree Devanagari 6061"/>
                <a:cs typeface="Shree Devanagari 6061"/>
                <a:sym typeface="Shree Devanagari 6061"/>
              </a:rPr>
              <a:t>गुमेच्छा...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96853" y="4062412"/>
            <a:ext cx="1802399" cy="35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0"/>
              </a:lnSpc>
            </a:pPr>
            <a:r>
              <a:rPr lang="en-US" sz="2324">
                <a:solidFill>
                  <a:srgbClr val="1A436F"/>
                </a:solidFill>
                <a:latin typeface="Poppins Light"/>
                <a:ea typeface="Poppins Light"/>
                <a:cs typeface="Poppins Light"/>
                <a:sym typeface="Poppins Light"/>
              </a:rPr>
              <a:t>निमित सर्वाना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DAHZdDi_kRE</dc:identifier>
  <dcterms:modified xsi:type="dcterms:W3CDTF">2011-08-01T06:04:30Z</dcterms:modified>
  <cp:revision>1</cp:revision>
</cp:coreProperties>
</file>