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Gotham Light" charset="1" panose="00000000000000000000"/>
      <p:regular r:id="rId7"/>
    </p:embeddedFont>
    <p:embeddedFont>
      <p:font typeface="Gotham Bold" charset="1" panose="00000000000000000000"/>
      <p:regular r:id="rId8"/>
    </p:embeddedFont>
    <p:embeddedFont>
      <p:font typeface="Inter Light" charset="1" panose="0200050300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285875" y="1285875"/>
            <a:ext cx="12858750" cy="10287000"/>
          </a:xfrm>
          <a:custGeom>
            <a:avLst/>
            <a:gdLst/>
            <a:ahLst/>
            <a:cxnLst/>
            <a:rect r="r" b="b" t="t" l="l"/>
            <a:pathLst>
              <a:path h="10287000" w="12858750">
                <a:moveTo>
                  <a:pt x="12858750" y="0"/>
                </a:moveTo>
                <a:lnTo>
                  <a:pt x="12858750" y="10287000"/>
                </a:lnTo>
                <a:lnTo>
                  <a:pt x="0" y="10287000"/>
                </a:lnTo>
                <a:lnTo>
                  <a:pt x="0" y="0"/>
                </a:lnTo>
                <a:lnTo>
                  <a:pt x="12858750" y="0"/>
                </a:lnTo>
                <a:close/>
              </a:path>
            </a:pathLst>
          </a:custGeom>
          <a:blipFill>
            <a:blip r:embed="rId2"/>
            <a:stretch>
              <a:fillRect l="-10037" t="0" r="-10037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743708" y="9047737"/>
            <a:ext cx="5543292" cy="3811013"/>
          </a:xfrm>
          <a:custGeom>
            <a:avLst/>
            <a:gdLst/>
            <a:ahLst/>
            <a:cxnLst/>
            <a:rect r="r" b="b" t="t" l="l"/>
            <a:pathLst>
              <a:path h="3811013" w="5543292">
                <a:moveTo>
                  <a:pt x="5543292" y="0"/>
                </a:moveTo>
                <a:lnTo>
                  <a:pt x="0" y="0"/>
                </a:lnTo>
                <a:lnTo>
                  <a:pt x="0" y="3811013"/>
                </a:lnTo>
                <a:lnTo>
                  <a:pt x="5543292" y="3811013"/>
                </a:lnTo>
                <a:lnTo>
                  <a:pt x="554329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20315" y="3681522"/>
            <a:ext cx="5246370" cy="524637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54157" t="0" r="-1484" b="0"/>
              </a:stretch>
            </a:blipFill>
            <a:ln w="152400" cap="sq">
              <a:gradFill>
                <a:gsLst>
                  <a:gs pos="0">
                    <a:srgbClr val="AF8332">
                      <a:alpha val="100000"/>
                    </a:srgbClr>
                  </a:gs>
                  <a:gs pos="100000">
                    <a:srgbClr val="F2CF6C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0" y="0"/>
            <a:ext cx="5543292" cy="3811013"/>
          </a:xfrm>
          <a:custGeom>
            <a:avLst/>
            <a:gdLst/>
            <a:ahLst/>
            <a:cxnLst/>
            <a:rect r="r" b="b" t="t" l="l"/>
            <a:pathLst>
              <a:path h="3811013" w="5543292">
                <a:moveTo>
                  <a:pt x="0" y="3811013"/>
                </a:moveTo>
                <a:lnTo>
                  <a:pt x="5543292" y="3811013"/>
                </a:lnTo>
                <a:lnTo>
                  <a:pt x="5543292" y="0"/>
                </a:lnTo>
                <a:lnTo>
                  <a:pt x="0" y="0"/>
                </a:lnTo>
                <a:lnTo>
                  <a:pt x="0" y="381101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087420"/>
            <a:ext cx="1095000" cy="1286344"/>
          </a:xfrm>
          <a:custGeom>
            <a:avLst/>
            <a:gdLst/>
            <a:ahLst/>
            <a:cxnLst/>
            <a:rect r="r" b="b" t="t" l="l"/>
            <a:pathLst>
              <a:path h="1286344" w="1095000">
                <a:moveTo>
                  <a:pt x="0" y="0"/>
                </a:moveTo>
                <a:lnTo>
                  <a:pt x="1095000" y="0"/>
                </a:lnTo>
                <a:lnTo>
                  <a:pt x="1095000" y="1286344"/>
                </a:lnTo>
                <a:lnTo>
                  <a:pt x="0" y="12863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8166735" y="4087420"/>
            <a:ext cx="1095000" cy="1286344"/>
          </a:xfrm>
          <a:custGeom>
            <a:avLst/>
            <a:gdLst/>
            <a:ahLst/>
            <a:cxnLst/>
            <a:rect r="r" b="b" t="t" l="l"/>
            <a:pathLst>
              <a:path h="1286344" w="1095000">
                <a:moveTo>
                  <a:pt x="1095000" y="0"/>
                </a:moveTo>
                <a:lnTo>
                  <a:pt x="0" y="0"/>
                </a:lnTo>
                <a:lnTo>
                  <a:pt x="0" y="1286344"/>
                </a:lnTo>
                <a:lnTo>
                  <a:pt x="1095000" y="1286344"/>
                </a:lnTo>
                <a:lnTo>
                  <a:pt x="10950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4537" y="8048682"/>
            <a:ext cx="7297927" cy="1453504"/>
          </a:xfrm>
          <a:custGeom>
            <a:avLst/>
            <a:gdLst/>
            <a:ahLst/>
            <a:cxnLst/>
            <a:rect r="r" b="b" t="t" l="l"/>
            <a:pathLst>
              <a:path h="1453504" w="7297927">
                <a:moveTo>
                  <a:pt x="0" y="0"/>
                </a:moveTo>
                <a:lnTo>
                  <a:pt x="7297926" y="0"/>
                </a:lnTo>
                <a:lnTo>
                  <a:pt x="7297926" y="1453504"/>
                </a:lnTo>
                <a:lnTo>
                  <a:pt x="0" y="14535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09357" y="1418837"/>
            <a:ext cx="6268287" cy="87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4369A"/>
                </a:solidFill>
                <a:latin typeface="Gotham Light"/>
                <a:ea typeface="Gotham Light"/>
                <a:cs typeface="Gotham Light"/>
                <a:sym typeface="Gotham Light"/>
              </a:rPr>
              <a:t>BEST EMPLOYEE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1729" y="2173117"/>
            <a:ext cx="7463542" cy="11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3"/>
              </a:lnSpc>
              <a:spcBef>
                <a:spcPct val="0"/>
              </a:spcBef>
            </a:pPr>
            <a:r>
              <a:rPr lang="en-US" b="true" sz="6695">
                <a:solidFill>
                  <a:srgbClr val="04369A"/>
                </a:solidFill>
                <a:latin typeface="Gotham Bold"/>
                <a:ea typeface="Gotham Bold"/>
                <a:cs typeface="Gotham Bold"/>
                <a:sym typeface="Gotham Bold"/>
              </a:rPr>
              <a:t>OF THE MONTH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7032" y="8174258"/>
            <a:ext cx="4732935" cy="75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2"/>
              </a:lnSpc>
              <a:spcBef>
                <a:spcPct val="0"/>
              </a:spcBef>
            </a:pPr>
            <a:r>
              <a:rPr lang="en-US" b="true" sz="3608" spc="-72">
                <a:solidFill>
                  <a:srgbClr val="04369A"/>
                </a:solidFill>
                <a:latin typeface="Gotham Bold"/>
                <a:ea typeface="Gotham Bold"/>
                <a:cs typeface="Gotham Bold"/>
                <a:sym typeface="Gotham Bold"/>
              </a:rPr>
              <a:t>PEDRO FERNANDES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8219" y="10184839"/>
            <a:ext cx="6290562" cy="95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  <a:spcBef>
                <a:spcPct val="0"/>
              </a:spcBef>
            </a:pPr>
            <a:r>
              <a:rPr lang="en-US" sz="184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Congratulat</a:t>
            </a:r>
            <a:r>
              <a:rPr lang="en-US" sz="1847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ions on your success as the top employee this month. We take this award as a token of our gratitude for your performance this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DAHZROKCcnM</dc:identifier>
  <dcterms:modified xsi:type="dcterms:W3CDTF">2011-08-01T06:04:30Z</dcterms:modified>
  <cp:revision>1</cp:revision>
  <dc:title>Blue And White Modern Best Employee Of The Month Instagram Post</dc:title>
</cp:coreProperties>
</file>