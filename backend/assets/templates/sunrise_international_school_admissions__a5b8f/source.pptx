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Cinzel Bold" charset="1" panose="00000800000000000000"/>
      <p:regular r:id="rId7"/>
    </p:embeddedFont>
    <p:embeddedFont>
      <p:font typeface="Lustria" charset="1" panose="02000603060000020004"/>
      <p:regular r:id="rId8"/>
    </p:embeddedFont>
    <p:embeddedFont>
      <p:font typeface="Alex Brush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88" t="0" r="-38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0" y="693050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143500" y="693050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0">
            <a:off x="4467095" y="8301011"/>
            <a:ext cx="4085561" cy="2402479"/>
          </a:xfrm>
          <a:prstGeom prst="rect">
            <a:avLst/>
          </a:prstGeom>
          <a:solidFill>
            <a:srgbClr val="070707"/>
          </a:solidFill>
        </p:spPr>
      </p:sp>
      <p:sp>
        <p:nvSpPr>
          <p:cNvPr name="AutoShape 6" id="6"/>
          <p:cNvSpPr/>
          <p:nvPr/>
        </p:nvSpPr>
        <p:spPr>
          <a:xfrm rot="0">
            <a:off x="1734344" y="8301011"/>
            <a:ext cx="4775531" cy="240247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7" id="7"/>
          <p:cNvSpPr/>
          <p:nvPr/>
        </p:nvSpPr>
        <p:spPr>
          <a:xfrm rot="0">
            <a:off x="6648400" y="8301011"/>
            <a:ext cx="251136" cy="240247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8" id="8"/>
          <p:cNvSpPr/>
          <p:nvPr/>
        </p:nvSpPr>
        <p:spPr>
          <a:xfrm rot="0">
            <a:off x="7168070" y="8301011"/>
            <a:ext cx="424319" cy="240247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9" id="9"/>
          <p:cNvGrpSpPr/>
          <p:nvPr/>
        </p:nvGrpSpPr>
        <p:grpSpPr>
          <a:xfrm rot="0">
            <a:off x="1734344" y="7608991"/>
            <a:ext cx="6818312" cy="1384041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914826" y="-2474051"/>
            <a:ext cx="6457348" cy="11279185"/>
          </a:xfrm>
          <a:custGeom>
            <a:avLst/>
            <a:gdLst/>
            <a:ahLst/>
            <a:cxnLst/>
            <a:rect r="r" b="b" t="t" l="l"/>
            <a:pathLst>
              <a:path h="11279185" w="6457348">
                <a:moveTo>
                  <a:pt x="0" y="0"/>
                </a:moveTo>
                <a:lnTo>
                  <a:pt x="6457348" y="0"/>
                </a:lnTo>
                <a:lnTo>
                  <a:pt x="6457348" y="11279185"/>
                </a:lnTo>
                <a:lnTo>
                  <a:pt x="0" y="1127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4000"/>
            </a:blip>
            <a:stretch>
              <a:fillRect l="0" t="0" r="-436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82507" y="4753262"/>
            <a:ext cx="3621523" cy="3728724"/>
          </a:xfrm>
          <a:custGeom>
            <a:avLst/>
            <a:gdLst/>
            <a:ahLst/>
            <a:cxnLst/>
            <a:rect r="r" b="b" t="t" l="l"/>
            <a:pathLst>
              <a:path h="3728724" w="3621523">
                <a:moveTo>
                  <a:pt x="0" y="0"/>
                </a:moveTo>
                <a:lnTo>
                  <a:pt x="3621523" y="0"/>
                </a:lnTo>
                <a:lnTo>
                  <a:pt x="3621523" y="3728724"/>
                </a:lnTo>
                <a:lnTo>
                  <a:pt x="0" y="3728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7059" y="904875"/>
            <a:ext cx="7212882" cy="106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8"/>
              </a:lnSpc>
              <a:spcBef>
                <a:spcPct val="0"/>
              </a:spcBef>
            </a:pPr>
            <a:r>
              <a:rPr lang="en-US" b="true" sz="6177">
                <a:solidFill>
                  <a:srgbClr val="EEBA2B"/>
                </a:solidFill>
                <a:latin typeface="Cinzel Bold"/>
                <a:ea typeface="Cinzel Bold"/>
                <a:cs typeface="Cinzel Bold"/>
                <a:sym typeface="Cinzel Bold"/>
              </a:rPr>
              <a:t>ELE</a:t>
            </a:r>
            <a:r>
              <a:rPr lang="en-US" b="true" sz="6177">
                <a:solidFill>
                  <a:srgbClr val="EEBA2B"/>
                </a:solidFill>
                <a:latin typeface="Cinzel Bold"/>
                <a:ea typeface="Cinzel Bold"/>
                <a:cs typeface="Cinzel Bold"/>
                <a:sym typeface="Cinzel Bold"/>
              </a:rPr>
              <a:t>GANT 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7059" y="3127442"/>
            <a:ext cx="7212882" cy="78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7"/>
              </a:lnSpc>
              <a:spcBef>
                <a:spcPct val="0"/>
              </a:spcBef>
            </a:pPr>
            <a:r>
              <a:rPr lang="en-US" sz="2255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An elegant ring with an attractive and simple design, weighing 10 mg so it is suitable for everyday use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38845" y="1850168"/>
            <a:ext cx="5409310" cy="103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0"/>
              </a:lnSpc>
              <a:spcBef>
                <a:spcPct val="0"/>
              </a:spcBef>
            </a:pPr>
            <a:r>
              <a:rPr lang="en-US" sz="6064">
                <a:solidFill>
                  <a:srgbClr val="FFFFFF"/>
                </a:solidFill>
                <a:latin typeface="Alex Brush"/>
                <a:ea typeface="Alex Brush"/>
                <a:cs typeface="Alex Brush"/>
                <a:sym typeface="Alex Brush"/>
              </a:rPr>
              <a:t>Limited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DAHYtAFWdrU</dc:identifier>
  <dcterms:modified xsi:type="dcterms:W3CDTF">2011-08-01T06:04:30Z</dcterms:modified>
  <cp:revision>1</cp:revision>
  <dc:title>Sunrise International School admissions post</dc:title>
</cp:coreProperties>
</file>