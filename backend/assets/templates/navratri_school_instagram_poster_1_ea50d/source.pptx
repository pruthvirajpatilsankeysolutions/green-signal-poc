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3716000"/>
  <p:notesSz cx="6858000" cy="9144000"/>
  <p:embeddedFontLst>
    <p:embeddedFont>
      <p:font typeface="Poppins Extra-Light" charset="1" panose="00000300000000000000"/>
      <p:regular r:id="rId7"/>
    </p:embeddedFont>
    <p:embeddedFont>
      <p:font typeface="Cinzel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3716000"/>
          </a:xfrm>
          <a:custGeom>
            <a:avLst/>
            <a:gdLst/>
            <a:ahLst/>
            <a:cxnLst/>
            <a:rect r="r" b="b" t="t" l="l"/>
            <a:pathLst>
              <a:path h="13716000" w="10287000">
                <a:moveTo>
                  <a:pt x="0" y="0"/>
                </a:moveTo>
                <a:lnTo>
                  <a:pt x="10287000" y="0"/>
                </a:lnTo>
                <a:lnTo>
                  <a:pt x="10287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88" t="0" r="-38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26800" y="3138279"/>
            <a:ext cx="6433401" cy="3883435"/>
          </a:xfrm>
          <a:custGeom>
            <a:avLst/>
            <a:gdLst/>
            <a:ahLst/>
            <a:cxnLst/>
            <a:rect r="r" b="b" t="t" l="l"/>
            <a:pathLst>
              <a:path h="3883435" w="6433401">
                <a:moveTo>
                  <a:pt x="0" y="0"/>
                </a:moveTo>
                <a:lnTo>
                  <a:pt x="6433400" y="0"/>
                </a:lnTo>
                <a:lnTo>
                  <a:pt x="6433400" y="3883434"/>
                </a:lnTo>
                <a:lnTo>
                  <a:pt x="0" y="3883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59268" y="4806927"/>
            <a:ext cx="2768464" cy="2755397"/>
          </a:xfrm>
          <a:custGeom>
            <a:avLst/>
            <a:gdLst/>
            <a:ahLst/>
            <a:cxnLst/>
            <a:rect r="r" b="b" t="t" l="l"/>
            <a:pathLst>
              <a:path h="2755397" w="2768464">
                <a:moveTo>
                  <a:pt x="0" y="0"/>
                </a:moveTo>
                <a:lnTo>
                  <a:pt x="2768464" y="0"/>
                </a:lnTo>
                <a:lnTo>
                  <a:pt x="2768464" y="2755397"/>
                </a:lnTo>
                <a:lnTo>
                  <a:pt x="0" y="27553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38450" y="11631006"/>
            <a:ext cx="4610100" cy="4610100"/>
          </a:xfrm>
          <a:custGeom>
            <a:avLst/>
            <a:gdLst/>
            <a:ahLst/>
            <a:cxnLst/>
            <a:rect r="r" b="b" t="t" l="l"/>
            <a:pathLst>
              <a:path h="4610100" w="4610100">
                <a:moveTo>
                  <a:pt x="0" y="0"/>
                </a:moveTo>
                <a:lnTo>
                  <a:pt x="4610100" y="0"/>
                </a:lnTo>
                <a:lnTo>
                  <a:pt x="4610100" y="4610100"/>
                </a:lnTo>
                <a:lnTo>
                  <a:pt x="0" y="4610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38450" y="-2525106"/>
            <a:ext cx="4610100" cy="4610100"/>
          </a:xfrm>
          <a:custGeom>
            <a:avLst/>
            <a:gdLst/>
            <a:ahLst/>
            <a:cxnLst/>
            <a:rect r="r" b="b" t="t" l="l"/>
            <a:pathLst>
              <a:path h="4610100" w="4610100">
                <a:moveTo>
                  <a:pt x="0" y="0"/>
                </a:moveTo>
                <a:lnTo>
                  <a:pt x="4610100" y="0"/>
                </a:lnTo>
                <a:lnTo>
                  <a:pt x="4610100" y="4610100"/>
                </a:lnTo>
                <a:lnTo>
                  <a:pt x="0" y="4610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76441" y="13214632"/>
            <a:ext cx="13039883" cy="348534"/>
            <a:chOff x="0" y="0"/>
            <a:chExt cx="3434372" cy="91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4373" cy="91795"/>
            </a:xfrm>
            <a:custGeom>
              <a:avLst/>
              <a:gdLst/>
              <a:ahLst/>
              <a:cxnLst/>
              <a:rect r="r" b="b" t="t" l="l"/>
              <a:pathLst>
                <a:path h="91795" w="3434373">
                  <a:moveTo>
                    <a:pt x="0" y="0"/>
                  </a:moveTo>
                  <a:lnTo>
                    <a:pt x="3434373" y="0"/>
                  </a:lnTo>
                  <a:lnTo>
                    <a:pt x="3434373" y="91795"/>
                  </a:lnTo>
                  <a:lnTo>
                    <a:pt x="0" y="9179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434372" cy="139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6441" y="152833"/>
            <a:ext cx="13039883" cy="348534"/>
            <a:chOff x="0" y="0"/>
            <a:chExt cx="3434372" cy="91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34373" cy="91795"/>
            </a:xfrm>
            <a:custGeom>
              <a:avLst/>
              <a:gdLst/>
              <a:ahLst/>
              <a:cxnLst/>
              <a:rect r="r" b="b" t="t" l="l"/>
              <a:pathLst>
                <a:path h="91795" w="3434373">
                  <a:moveTo>
                    <a:pt x="0" y="0"/>
                  </a:moveTo>
                  <a:lnTo>
                    <a:pt x="3434373" y="0"/>
                  </a:lnTo>
                  <a:lnTo>
                    <a:pt x="3434373" y="91795"/>
                  </a:lnTo>
                  <a:lnTo>
                    <a:pt x="0" y="9179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434372" cy="139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678708" y="6000157"/>
            <a:ext cx="929584" cy="927647"/>
          </a:xfrm>
          <a:custGeom>
            <a:avLst/>
            <a:gdLst/>
            <a:ahLst/>
            <a:cxnLst/>
            <a:rect r="r" b="b" t="t" l="l"/>
            <a:pathLst>
              <a:path h="927647" w="929584">
                <a:moveTo>
                  <a:pt x="0" y="0"/>
                </a:moveTo>
                <a:lnTo>
                  <a:pt x="929584" y="0"/>
                </a:lnTo>
                <a:lnTo>
                  <a:pt x="929584" y="927647"/>
                </a:lnTo>
                <a:lnTo>
                  <a:pt x="0" y="9276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23272" y="8965714"/>
            <a:ext cx="5840456" cy="5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5522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May Dhanteras bring prosperity, health, happiness, and endless blessings to every home and heart.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75813" y="10295169"/>
            <a:ext cx="2535373" cy="29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55220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@reallygreatsite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3900" y="8238959"/>
            <a:ext cx="6999200" cy="64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5171">
                <a:solidFill>
                  <a:srgbClr val="552200"/>
                </a:solidFill>
                <a:latin typeface="Cinzel"/>
                <a:ea typeface="Cinzel"/>
                <a:cs typeface="Cinzel"/>
                <a:sym typeface="Cinzel"/>
              </a:rPr>
              <a:t>Happy Dhanteras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DAHYtPpHK2s</dc:identifier>
  <dcterms:modified xsi:type="dcterms:W3CDTF">2011-08-01T06:04:30Z</dcterms:modified>
  <cp:revision>1</cp:revision>
  <dc:title>Navratri school Instagram poster</dc:title>
</cp:coreProperties>
</file>