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Berkshire Swash" charset="1" panose="02000505000000020003"/>
      <p:regular r:id="rId7"/>
    </p:embeddedFont>
    <p:embeddedFont>
      <p:font typeface="Montserrat Bold" charset="1" panose="00000800000000000000"/>
      <p:regular r:id="rId8"/>
    </p:embeddedFont>
    <p:embeddedFont>
      <p:font typeface="Montserrat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86100" y="9054426"/>
            <a:ext cx="4114800" cy="4649492"/>
          </a:xfrm>
          <a:custGeom>
            <a:avLst/>
            <a:gdLst/>
            <a:ahLst/>
            <a:cxnLst/>
            <a:rect r="r" b="b" t="t" l="l"/>
            <a:pathLst>
              <a:path h="4649492" w="4114800">
                <a:moveTo>
                  <a:pt x="0" y="0"/>
                </a:moveTo>
                <a:lnTo>
                  <a:pt x="4114800" y="0"/>
                </a:lnTo>
                <a:lnTo>
                  <a:pt x="4114800" y="4649491"/>
                </a:lnTo>
                <a:lnTo>
                  <a:pt x="0" y="4649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240" y="10160736"/>
            <a:ext cx="4114800" cy="3127248"/>
          </a:xfrm>
          <a:custGeom>
            <a:avLst/>
            <a:gdLst/>
            <a:ahLst/>
            <a:cxnLst/>
            <a:rect r="r" b="b" t="t" l="l"/>
            <a:pathLst>
              <a:path h="3127248" w="4114800">
                <a:moveTo>
                  <a:pt x="0" y="0"/>
                </a:moveTo>
                <a:lnTo>
                  <a:pt x="4114800" y="0"/>
                </a:lnTo>
                <a:lnTo>
                  <a:pt x="4114800" y="3127248"/>
                </a:lnTo>
                <a:lnTo>
                  <a:pt x="0" y="3127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055960" y="10160736"/>
            <a:ext cx="4114800" cy="3127248"/>
          </a:xfrm>
          <a:custGeom>
            <a:avLst/>
            <a:gdLst/>
            <a:ahLst/>
            <a:cxnLst/>
            <a:rect r="r" b="b" t="t" l="l"/>
            <a:pathLst>
              <a:path h="3127248" w="4114800">
                <a:moveTo>
                  <a:pt x="4114800" y="0"/>
                </a:moveTo>
                <a:lnTo>
                  <a:pt x="0" y="0"/>
                </a:lnTo>
                <a:lnTo>
                  <a:pt x="0" y="3127248"/>
                </a:lnTo>
                <a:lnTo>
                  <a:pt x="4114800" y="312724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71571" y="-3660435"/>
            <a:ext cx="11830141" cy="11830141"/>
          </a:xfrm>
          <a:custGeom>
            <a:avLst/>
            <a:gdLst/>
            <a:ahLst/>
            <a:cxnLst/>
            <a:rect r="r" b="b" t="t" l="l"/>
            <a:pathLst>
              <a:path h="11830141" w="11830141">
                <a:moveTo>
                  <a:pt x="0" y="0"/>
                </a:moveTo>
                <a:lnTo>
                  <a:pt x="11830142" y="0"/>
                </a:lnTo>
                <a:lnTo>
                  <a:pt x="11830142" y="11830141"/>
                </a:lnTo>
                <a:lnTo>
                  <a:pt x="0" y="11830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8955" y="-1543050"/>
            <a:ext cx="2185988" cy="5143500"/>
          </a:xfrm>
          <a:custGeom>
            <a:avLst/>
            <a:gdLst/>
            <a:ahLst/>
            <a:cxnLst/>
            <a:rect r="r" b="b" t="t" l="l"/>
            <a:pathLst>
              <a:path h="5143500" w="2185988">
                <a:moveTo>
                  <a:pt x="0" y="0"/>
                </a:moveTo>
                <a:lnTo>
                  <a:pt x="2185987" y="0"/>
                </a:lnTo>
                <a:lnTo>
                  <a:pt x="21859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7702058" y="-1543050"/>
            <a:ext cx="2185988" cy="5143500"/>
          </a:xfrm>
          <a:custGeom>
            <a:avLst/>
            <a:gdLst/>
            <a:ahLst/>
            <a:cxnLst/>
            <a:rect r="r" b="b" t="t" l="l"/>
            <a:pathLst>
              <a:path h="5143500" w="2185988">
                <a:moveTo>
                  <a:pt x="2185987" y="0"/>
                </a:moveTo>
                <a:lnTo>
                  <a:pt x="0" y="0"/>
                </a:lnTo>
                <a:lnTo>
                  <a:pt x="0" y="5143500"/>
                </a:lnTo>
                <a:lnTo>
                  <a:pt x="2185987" y="5143500"/>
                </a:lnTo>
                <a:lnTo>
                  <a:pt x="218598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08300" y="11879957"/>
            <a:ext cx="1161650" cy="1097759"/>
          </a:xfrm>
          <a:custGeom>
            <a:avLst/>
            <a:gdLst/>
            <a:ahLst/>
            <a:cxnLst/>
            <a:rect r="r" b="b" t="t" l="l"/>
            <a:pathLst>
              <a:path h="1097759" w="1161650">
                <a:moveTo>
                  <a:pt x="0" y="0"/>
                </a:moveTo>
                <a:lnTo>
                  <a:pt x="1161650" y="0"/>
                </a:lnTo>
                <a:lnTo>
                  <a:pt x="1161650" y="1097759"/>
                </a:lnTo>
                <a:lnTo>
                  <a:pt x="0" y="10977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17050" y="11879957"/>
            <a:ext cx="1161650" cy="1097759"/>
          </a:xfrm>
          <a:custGeom>
            <a:avLst/>
            <a:gdLst/>
            <a:ahLst/>
            <a:cxnLst/>
            <a:rect r="r" b="b" t="t" l="l"/>
            <a:pathLst>
              <a:path h="1097759" w="1161650">
                <a:moveTo>
                  <a:pt x="0" y="0"/>
                </a:moveTo>
                <a:lnTo>
                  <a:pt x="1161650" y="0"/>
                </a:lnTo>
                <a:lnTo>
                  <a:pt x="1161650" y="1097759"/>
                </a:lnTo>
                <a:lnTo>
                  <a:pt x="0" y="10977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50757" y="9661624"/>
            <a:ext cx="2240004" cy="2274116"/>
          </a:xfrm>
          <a:custGeom>
            <a:avLst/>
            <a:gdLst/>
            <a:ahLst/>
            <a:cxnLst/>
            <a:rect r="r" b="b" t="t" l="l"/>
            <a:pathLst>
              <a:path h="2274116" w="2240004">
                <a:moveTo>
                  <a:pt x="0" y="0"/>
                </a:moveTo>
                <a:lnTo>
                  <a:pt x="2240005" y="0"/>
                </a:lnTo>
                <a:lnTo>
                  <a:pt x="2240005" y="2274116"/>
                </a:lnTo>
                <a:lnTo>
                  <a:pt x="0" y="22741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009830" y="9661624"/>
            <a:ext cx="2372354" cy="2408481"/>
          </a:xfrm>
          <a:custGeom>
            <a:avLst/>
            <a:gdLst/>
            <a:ahLst/>
            <a:cxnLst/>
            <a:rect r="r" b="b" t="t" l="l"/>
            <a:pathLst>
              <a:path h="2408481" w="2372354">
                <a:moveTo>
                  <a:pt x="0" y="0"/>
                </a:moveTo>
                <a:lnTo>
                  <a:pt x="2372354" y="0"/>
                </a:lnTo>
                <a:lnTo>
                  <a:pt x="2372354" y="2408480"/>
                </a:lnTo>
                <a:lnTo>
                  <a:pt x="0" y="2408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12035" y="3382721"/>
            <a:ext cx="7862930" cy="220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6"/>
              </a:lnSpc>
            </a:pPr>
            <a:r>
              <a:rPr lang="en-US" sz="12876">
                <a:solidFill>
                  <a:srgbClr val="77270B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Dhanteras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45040" y="2874439"/>
            <a:ext cx="5796921" cy="102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4"/>
              </a:lnSpc>
            </a:pPr>
            <a:r>
              <a:rPr lang="en-US" b="true" sz="6031">
                <a:solidFill>
                  <a:srgbClr val="77270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HAPPY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2601" y="5660067"/>
            <a:ext cx="7261797" cy="160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1"/>
              </a:lnSpc>
            </a:pPr>
            <a:r>
              <a:rPr lang="en-US" sz="3050">
                <a:solidFill>
                  <a:srgbClr val="77270B"/>
                </a:solidFill>
                <a:latin typeface="Montserrat"/>
                <a:ea typeface="Montserrat"/>
                <a:cs typeface="Montserrat"/>
                <a:sym typeface="Montserrat"/>
              </a:rPr>
              <a:t>May this Dhanteras bring gol</a:t>
            </a:r>
            <a:r>
              <a:rPr lang="en-US" sz="3050">
                <a:solidFill>
                  <a:srgbClr val="77270B"/>
                </a:solidFill>
                <a:latin typeface="Montserrat"/>
                <a:ea typeface="Montserrat"/>
                <a:cs typeface="Montserrat"/>
                <a:sym typeface="Montserrat"/>
              </a:rPr>
              <a:t>den moments and beautiful new beginnings into your life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912870" y="-916022"/>
            <a:ext cx="1173402" cy="2827476"/>
          </a:xfrm>
          <a:custGeom>
            <a:avLst/>
            <a:gdLst/>
            <a:ahLst/>
            <a:cxnLst/>
            <a:rect r="r" b="b" t="t" l="l"/>
            <a:pathLst>
              <a:path h="2827476" w="1173402">
                <a:moveTo>
                  <a:pt x="0" y="0"/>
                </a:moveTo>
                <a:lnTo>
                  <a:pt x="1173402" y="0"/>
                </a:lnTo>
                <a:lnTo>
                  <a:pt x="1173402" y="2827475"/>
                </a:lnTo>
                <a:lnTo>
                  <a:pt x="0" y="2827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200728" y="-916022"/>
            <a:ext cx="1173402" cy="2827476"/>
          </a:xfrm>
          <a:custGeom>
            <a:avLst/>
            <a:gdLst/>
            <a:ahLst/>
            <a:cxnLst/>
            <a:rect r="r" b="b" t="t" l="l"/>
            <a:pathLst>
              <a:path h="2827476" w="1173402">
                <a:moveTo>
                  <a:pt x="0" y="0"/>
                </a:moveTo>
                <a:lnTo>
                  <a:pt x="1173402" y="0"/>
                </a:lnTo>
                <a:lnTo>
                  <a:pt x="1173402" y="2827475"/>
                </a:lnTo>
                <a:lnTo>
                  <a:pt x="0" y="2827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DAHY08WPmOo</dc:identifier>
  <dcterms:modified xsi:type="dcterms:W3CDTF">2011-08-01T06:04:30Z</dcterms:modified>
  <cp:revision>1</cp:revision>
  <dc:title>Gold Illustrated Happy Dhanteras Instagram Post</dc:title>
</cp:coreProperties>
</file>